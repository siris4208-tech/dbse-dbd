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3"/>
  </p:notesMasterIdLst>
  <p:handoutMasterIdLst>
    <p:handoutMasterId r:id="rId14"/>
  </p:handoutMasterIdLst>
  <p:sldIdLst>
    <p:sldId id="256" r:id="rId5"/>
    <p:sldId id="257" r:id="rId6"/>
    <p:sldId id="260" r:id="rId7"/>
    <p:sldId id="258" r:id="rId8"/>
    <p:sldId id="261" r:id="rId9"/>
    <p:sldId id="269" r:id="rId10"/>
    <p:sldId id="267" r:id="rId11"/>
    <p:sldId id="268"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3B7C6"/>
    <a:srgbClr val="103350"/>
    <a:srgbClr val="0C4360"/>
    <a:srgbClr val="1B6872"/>
    <a:srgbClr val="002136"/>
    <a:srgbClr val="0C75AC"/>
    <a:srgbClr val="0024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03" autoAdjust="0"/>
    <p:restoredTop sz="94660"/>
  </p:normalViewPr>
  <p:slideViewPr>
    <p:cSldViewPr snapToGrid="0">
      <p:cViewPr varScale="1">
        <p:scale>
          <a:sx n="82" d="100"/>
          <a:sy n="82" d="100"/>
        </p:scale>
        <p:origin x="672" y="82"/>
      </p:cViewPr>
      <p:guideLst>
        <p:guide orient="horz" pos="2160"/>
        <p:guide pos="3840"/>
      </p:guideLst>
    </p:cSldViewPr>
  </p:slid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62FF6B6-4F8A-40F7-B5F4-FC3996824D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910A999-F365-48DF-976A-0517FE045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CA5457B-CDAE-4DEB-AEC8-C82DE2312E37}" type="datetimeFigureOut">
              <a:rPr lang="en-US" smtClean="0"/>
              <a:t>8/28/2026</a:t>
            </a:fld>
            <a:endParaRPr lang="en-US" dirty="0"/>
          </a:p>
        </p:txBody>
      </p:sp>
      <p:sp>
        <p:nvSpPr>
          <p:cNvPr id="4" name="Footer Placeholder 3">
            <a:extLst>
              <a:ext uri="{FF2B5EF4-FFF2-40B4-BE49-F238E27FC236}">
                <a16:creationId xmlns:a16="http://schemas.microsoft.com/office/drawing/2014/main" id="{F8735C90-ADBF-4B9E-BE88-E1C8F83EB4D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506A01-6D0A-45EF-A584-05A3361D66F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831430A-4AA4-45C8-AC23-CD6B61C41A4C}" type="slidenum">
              <a:rPr lang="en-US" smtClean="0"/>
              <a:t>‹#›</a:t>
            </a:fld>
            <a:endParaRPr lang="en-US" dirty="0"/>
          </a:p>
        </p:txBody>
      </p:sp>
    </p:spTree>
    <p:extLst>
      <p:ext uri="{BB962C8B-B14F-4D97-AF65-F5344CB8AC3E}">
        <p14:creationId xmlns:p14="http://schemas.microsoft.com/office/powerpoint/2010/main" val="10599009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0B78EA-28CE-41D8-9043-90E391E5F567}" type="datetimeFigureOut">
              <a:rPr lang="en-US" noProof="0" smtClean="0"/>
              <a:t>8/28/2026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34D747-9380-41EE-9946-EC9EC0CA5D1E}" type="slidenum">
              <a:rPr lang="en-US" noProof="0" smtClean="0"/>
              <a:t>‹#›</a:t>
            </a:fld>
            <a:endParaRPr lang="en-US" noProof="0" dirty="0"/>
          </a:p>
        </p:txBody>
      </p:sp>
    </p:spTree>
    <p:extLst>
      <p:ext uri="{BB962C8B-B14F-4D97-AF65-F5344CB8AC3E}">
        <p14:creationId xmlns:p14="http://schemas.microsoft.com/office/powerpoint/2010/main" val="3827727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7" name="Group 6">
            <a:extLst>
              <a:ext uri="{FF2B5EF4-FFF2-40B4-BE49-F238E27FC236}">
                <a16:creationId xmlns:a16="http://schemas.microsoft.com/office/drawing/2014/main" id="{4CA15AFD-4983-47DD-9ED0-D3B27E5A096F}"/>
              </a:ext>
            </a:extLst>
          </p:cNvPr>
          <p:cNvGrpSpPr/>
          <p:nvPr userDrawn="1"/>
        </p:nvGrpSpPr>
        <p:grpSpPr>
          <a:xfrm>
            <a:off x="-1604709" y="-3756"/>
            <a:ext cx="13796710" cy="6861756"/>
            <a:chOff x="-1604709" y="-3756"/>
            <a:chExt cx="13796710" cy="6861756"/>
          </a:xfrm>
        </p:grpSpPr>
        <p:grpSp>
          <p:nvGrpSpPr>
            <p:cNvPr id="8" name="Group 7">
              <a:extLst>
                <a:ext uri="{FF2B5EF4-FFF2-40B4-BE49-F238E27FC236}">
                  <a16:creationId xmlns:a16="http://schemas.microsoft.com/office/drawing/2014/main" id="{2222D5E2-E9B4-4180-98B8-4E514C9ADB28}"/>
                </a:ext>
              </a:extLst>
            </p:cNvPr>
            <p:cNvGrpSpPr/>
            <p:nvPr/>
          </p:nvGrpSpPr>
          <p:grpSpPr>
            <a:xfrm>
              <a:off x="-16298" y="0"/>
              <a:ext cx="12208299" cy="6858000"/>
              <a:chOff x="-16298" y="0"/>
              <a:chExt cx="12208299" cy="6858000"/>
            </a:xfrm>
          </p:grpSpPr>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ight Triangle 16">
                <a:extLst>
                  <a:ext uri="{FF2B5EF4-FFF2-40B4-BE49-F238E27FC236}">
                    <a16:creationId xmlns:a16="http://schemas.microsoft.com/office/drawing/2014/main" id="{8DCD5806-2A2F-4ABF-8057-245681C498E6}"/>
                  </a:ext>
                </a:extLst>
              </p:cNvPr>
              <p:cNvSpPr/>
              <p:nvPr/>
            </p:nvSpPr>
            <p:spPr>
              <a:xfrm rot="16200000" flipH="1" flipV="1">
                <a:off x="24625" y="-4746"/>
                <a:ext cx="2819399" cy="2828891"/>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p:nvSpPr>
            <p:spPr>
              <a:xfrm rot="16200000" flipH="1" flipV="1">
                <a:off x="4418" y="-4422"/>
                <a:ext cx="2627088" cy="263593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p:nvSpPr>
            <p:spPr>
              <a:xfrm rot="16200000" flipH="1" flipV="1">
                <a:off x="-12263" y="-4034"/>
                <a:ext cx="2397087" cy="2405158"/>
              </a:xfrm>
              <a:prstGeom prst="rtTriangle">
                <a:avLst/>
              </a:prstGeom>
              <a:solidFill>
                <a:schemeClr val="accent2">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9" name="Freeform: Shape 12">
              <a:extLst>
                <a:ext uri="{FF2B5EF4-FFF2-40B4-BE49-F238E27FC236}">
                  <a16:creationId xmlns:a16="http://schemas.microsoft.com/office/drawing/2014/main" id="{E3AAB79D-382D-4A95-965E-526B6A681DA7}"/>
                </a:ext>
              </a:extLst>
            </p:cNvPr>
            <p:cNvSpPr/>
            <p:nvPr/>
          </p:nvSpPr>
          <p:spPr>
            <a:xfrm rot="18900000" flipH="1">
              <a:off x="-1604709" y="1397837"/>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C0A22127-2B4A-4B15-B0A9-F019A30347A1}"/>
                </a:ext>
              </a:extLst>
            </p:cNvPr>
            <p:cNvSpPr/>
            <p:nvPr/>
          </p:nvSpPr>
          <p:spPr>
            <a:xfrm rot="18900000">
              <a:off x="-861777" y="-3756"/>
              <a:ext cx="2676646" cy="1356876"/>
            </a:xfrm>
            <a:custGeom>
              <a:avLst/>
              <a:gdLst>
                <a:gd name="connsiteX0" fmla="*/ 1319770 w 2676646"/>
                <a:gd name="connsiteY0" fmla="*/ 0 h 1356876"/>
                <a:gd name="connsiteX1" fmla="*/ 2676646 w 2676646"/>
                <a:gd name="connsiteY1" fmla="*/ 1356876 h 1356876"/>
                <a:gd name="connsiteX2" fmla="*/ 0 w 2676646"/>
                <a:gd name="connsiteY2" fmla="*/ 1356876 h 1356876"/>
                <a:gd name="connsiteX3" fmla="*/ 0 w 2676646"/>
                <a:gd name="connsiteY3" fmla="*/ 1319770 h 1356876"/>
              </a:gdLst>
              <a:ahLst/>
              <a:cxnLst>
                <a:cxn ang="0">
                  <a:pos x="connsiteX0" y="connsiteY0"/>
                </a:cxn>
                <a:cxn ang="0">
                  <a:pos x="connsiteX1" y="connsiteY1"/>
                </a:cxn>
                <a:cxn ang="0">
                  <a:pos x="connsiteX2" y="connsiteY2"/>
                </a:cxn>
                <a:cxn ang="0">
                  <a:pos x="connsiteX3" y="connsiteY3"/>
                </a:cxn>
              </a:cxnLst>
              <a:rect l="l" t="t" r="r" b="b"/>
              <a:pathLst>
                <a:path w="2676646" h="1356876">
                  <a:moveTo>
                    <a:pt x="1319770" y="0"/>
                  </a:moveTo>
                  <a:lnTo>
                    <a:pt x="2676646" y="1356876"/>
                  </a:lnTo>
                  <a:lnTo>
                    <a:pt x="0" y="1356876"/>
                  </a:lnTo>
                  <a:lnTo>
                    <a:pt x="0" y="1319770"/>
                  </a:lnTo>
                  <a:close/>
                </a:path>
              </a:pathLst>
            </a:custGeom>
            <a:pattFill prst="wdUpDiag">
              <a:fgClr>
                <a:schemeClr val="accent2"/>
              </a:fgClr>
              <a:bgClr>
                <a:schemeClr val="accent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1" name="Freeform: Shape 12">
              <a:extLst>
                <a:ext uri="{FF2B5EF4-FFF2-40B4-BE49-F238E27FC236}">
                  <a16:creationId xmlns:a16="http://schemas.microsoft.com/office/drawing/2014/main" id="{F04D9FDC-1B67-4254-9535-CD32E81F0C3E}"/>
                </a:ext>
              </a:extLst>
            </p:cNvPr>
            <p:cNvSpPr/>
            <p:nvPr/>
          </p:nvSpPr>
          <p:spPr>
            <a:xfrm rot="13500000">
              <a:off x="-1226102" y="1737462"/>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2" name="Group 11">
              <a:extLst>
                <a:ext uri="{FF2B5EF4-FFF2-40B4-BE49-F238E27FC236}">
                  <a16:creationId xmlns:a16="http://schemas.microsoft.com/office/drawing/2014/main" id="{0A86C4EA-4CF8-4531-845D-4FCB1E2F7422}"/>
                </a:ext>
              </a:extLst>
            </p:cNvPr>
            <p:cNvGrpSpPr/>
            <p:nvPr/>
          </p:nvGrpSpPr>
          <p:grpSpPr>
            <a:xfrm>
              <a:off x="-760406" y="4672937"/>
              <a:ext cx="1520812" cy="1520812"/>
              <a:chOff x="-1604709" y="3012880"/>
              <a:chExt cx="3211378" cy="3211378"/>
            </a:xfrm>
          </p:grpSpPr>
          <p:sp>
            <p:nvSpPr>
              <p:cNvPr id="13" name="Freeform: Shape 12">
                <a:extLst>
                  <a:ext uri="{FF2B5EF4-FFF2-40B4-BE49-F238E27FC236}">
                    <a16:creationId xmlns:a16="http://schemas.microsoft.com/office/drawing/2014/main" id="{1101B195-C112-4D20-8D19-4D22479B150D}"/>
                  </a:ext>
                </a:extLst>
              </p:cNvPr>
              <p:cNvSpPr/>
              <p:nvPr/>
            </p:nvSpPr>
            <p:spPr>
              <a:xfrm rot="18900000" flipH="1">
                <a:off x="-1604709" y="3012880"/>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2">
                <a:extLst>
                  <a:ext uri="{FF2B5EF4-FFF2-40B4-BE49-F238E27FC236}">
                    <a16:creationId xmlns:a16="http://schemas.microsoft.com/office/drawing/2014/main" id="{CA755F1F-9955-4CBB-8F34-F7801CA44CE7}"/>
                  </a:ext>
                </a:extLst>
              </p:cNvPr>
              <p:cNvSpPr/>
              <p:nvPr/>
            </p:nvSpPr>
            <p:spPr>
              <a:xfrm rot="13500000">
                <a:off x="-1226102" y="3352505"/>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sp>
        <p:nvSpPr>
          <p:cNvPr id="2" name="Title 1">
            <a:extLst>
              <a:ext uri="{FF2B5EF4-FFF2-40B4-BE49-F238E27FC236}">
                <a16:creationId xmlns:a16="http://schemas.microsoft.com/office/drawing/2014/main" id="{9E597736-C478-4C26-9BAF-205FE31E977C}"/>
              </a:ext>
            </a:extLst>
          </p:cNvPr>
          <p:cNvSpPr>
            <a:spLocks noGrp="1"/>
          </p:cNvSpPr>
          <p:nvPr>
            <p:ph type="ctrTitle" hasCustomPrompt="1"/>
          </p:nvPr>
        </p:nvSpPr>
        <p:spPr>
          <a:xfrm>
            <a:off x="2761488" y="2395728"/>
            <a:ext cx="7077456" cy="1243584"/>
          </a:xfrm>
        </p:spPr>
        <p:txBody>
          <a:bodyPr vert="horz" lIns="91440" tIns="45720" rIns="91440" bIns="45720" rtlCol="0" anchor="b">
            <a:noAutofit/>
          </a:bodyPr>
          <a:lstStyle>
            <a:lvl1pPr>
              <a:defRPr lang="en-GB" sz="6600" b="1" dirty="0">
                <a:solidFill>
                  <a:schemeClr val="accent2"/>
                </a:solidFill>
                <a:latin typeface="+mj-lt"/>
                <a:ea typeface="Tahoma" panose="020B0604030504040204" pitchFamily="34" charset="0"/>
                <a:cs typeface="Tahoma" panose="020B0604030504040204" pitchFamily="34" charset="0"/>
              </a:defRPr>
            </a:lvl1pPr>
          </a:lstStyle>
          <a:p>
            <a:pPr lvl="0"/>
            <a:r>
              <a:rPr lang="en-US" noProof="0"/>
              <a:t>TITLE</a:t>
            </a:r>
          </a:p>
        </p:txBody>
      </p:sp>
      <p:sp>
        <p:nvSpPr>
          <p:cNvPr id="3" name="Subtitle 2">
            <a:extLst>
              <a:ext uri="{FF2B5EF4-FFF2-40B4-BE49-F238E27FC236}">
                <a16:creationId xmlns:a16="http://schemas.microsoft.com/office/drawing/2014/main" id="{C3D2DEF0-A0B0-4CFE-B67D-A9D75E2368DC}"/>
              </a:ext>
            </a:extLst>
          </p:cNvPr>
          <p:cNvSpPr>
            <a:spLocks noGrp="1"/>
          </p:cNvSpPr>
          <p:nvPr>
            <p:ph type="subTitle" idx="1"/>
          </p:nvPr>
        </p:nvSpPr>
        <p:spPr>
          <a:xfrm>
            <a:off x="2761488" y="3721608"/>
            <a:ext cx="7077456" cy="868680"/>
          </a:xfrm>
        </p:spPr>
        <p:txBody>
          <a:bodyPr vert="horz" lIns="91440" tIns="45720" rIns="91440" bIns="45720" rtlCol="0">
            <a:normAutofit/>
          </a:bodyPr>
          <a:lstStyle>
            <a:lvl1pPr marL="0" indent="0">
              <a:buNone/>
              <a:defRPr lang="en-GB" sz="1800" spc="300" dirty="0">
                <a:solidFill>
                  <a:schemeClr val="bg1"/>
                </a:solidFill>
                <a:latin typeface="+mn-lt"/>
                <a:cs typeface="Arial" panose="020B0604020202020204" pitchFamily="34" charset="0"/>
              </a:defRPr>
            </a:lvl1pPr>
          </a:lstStyle>
          <a:p>
            <a:pPr marL="228600" lvl="0" indent="-228600"/>
            <a:r>
              <a:rPr lang="en-US" noProof="0"/>
              <a:t>Click to edit Master subtitle style</a:t>
            </a:r>
          </a:p>
        </p:txBody>
      </p:sp>
    </p:spTree>
    <p:extLst>
      <p:ext uri="{BB962C8B-B14F-4D97-AF65-F5344CB8AC3E}">
        <p14:creationId xmlns:p14="http://schemas.microsoft.com/office/powerpoint/2010/main" val="436959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2838D16-809E-4EB1-8C0C-0E63D8139112}"/>
              </a:ext>
            </a:extLst>
          </p:cNvPr>
          <p:cNvSpPr/>
          <p:nvPr userDrawn="1"/>
        </p:nvSpPr>
        <p:spPr>
          <a:xfrm>
            <a:off x="0" y="0"/>
            <a:ext cx="12192000" cy="6858000"/>
          </a:xfrm>
          <a:prstGeom prst="rect">
            <a:avLst/>
          </a:prstGeom>
          <a:solidFill>
            <a:srgbClr val="0C43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01FEB333-94B4-4E53-9019-D584810903BB}"/>
              </a:ext>
            </a:extLst>
          </p:cNvPr>
          <p:cNvSpPr/>
          <p:nvPr userDrawn="1"/>
        </p:nvSpPr>
        <p:spPr>
          <a:xfrm>
            <a:off x="0" y="0"/>
            <a:ext cx="12192000" cy="6862745"/>
          </a:xfrm>
          <a:custGeom>
            <a:avLst/>
            <a:gdLst>
              <a:gd name="connsiteX0" fmla="*/ 0 w 12192000"/>
              <a:gd name="connsiteY0" fmla="*/ 0 h 6849743"/>
              <a:gd name="connsiteX1" fmla="*/ 7554712 w 12192000"/>
              <a:gd name="connsiteY1" fmla="*/ 0 h 6849743"/>
              <a:gd name="connsiteX2" fmla="*/ 10266645 w 12192000"/>
              <a:gd name="connsiteY2" fmla="*/ 2711934 h 6849743"/>
              <a:gd name="connsiteX3" fmla="*/ 11289529 w 12192000"/>
              <a:gd name="connsiteY3" fmla="*/ 2711934 h 6849743"/>
              <a:gd name="connsiteX4" fmla="*/ 12191999 w 12192000"/>
              <a:gd name="connsiteY4" fmla="*/ 3614404 h 6849743"/>
              <a:gd name="connsiteX5" fmla="*/ 12192000 w 12192000"/>
              <a:gd name="connsiteY5" fmla="*/ 6849743 h 6849743"/>
              <a:gd name="connsiteX6" fmla="*/ 0 w 12192000"/>
              <a:gd name="connsiteY6" fmla="*/ 6849743 h 684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49743">
                <a:moveTo>
                  <a:pt x="0" y="0"/>
                </a:moveTo>
                <a:lnTo>
                  <a:pt x="7554712" y="0"/>
                </a:lnTo>
                <a:lnTo>
                  <a:pt x="10266645" y="2711934"/>
                </a:lnTo>
                <a:lnTo>
                  <a:pt x="11289529" y="2711934"/>
                </a:lnTo>
                <a:lnTo>
                  <a:pt x="12191999" y="3614404"/>
                </a:lnTo>
                <a:lnTo>
                  <a:pt x="12192000" y="6849743"/>
                </a:lnTo>
                <a:lnTo>
                  <a:pt x="0" y="6849743"/>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Freeform: Shape 8">
            <a:extLst>
              <a:ext uri="{FF2B5EF4-FFF2-40B4-BE49-F238E27FC236}">
                <a16:creationId xmlns:a16="http://schemas.microsoft.com/office/drawing/2014/main" id="{A59B9489-0CD9-4DB7-AC82-6E7867F91403}"/>
              </a:ext>
            </a:extLst>
          </p:cNvPr>
          <p:cNvSpPr/>
          <p:nvPr userDrawn="1"/>
        </p:nvSpPr>
        <p:spPr>
          <a:xfrm rot="16200000" flipV="1">
            <a:off x="2626805"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ight Triangle 9">
            <a:extLst>
              <a:ext uri="{FF2B5EF4-FFF2-40B4-BE49-F238E27FC236}">
                <a16:creationId xmlns:a16="http://schemas.microsoft.com/office/drawing/2014/main" id="{A55D1C76-C591-4FA5-9780-87AB6B37C0FA}"/>
              </a:ext>
            </a:extLst>
          </p:cNvPr>
          <p:cNvSpPr/>
          <p:nvPr userDrawn="1"/>
        </p:nvSpPr>
        <p:spPr>
          <a:xfrm rot="5400000" flipV="1">
            <a:off x="5851010" y="-10649"/>
            <a:ext cx="6326154" cy="634745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Freeform: Shape 10">
            <a:extLst>
              <a:ext uri="{FF2B5EF4-FFF2-40B4-BE49-F238E27FC236}">
                <a16:creationId xmlns:a16="http://schemas.microsoft.com/office/drawing/2014/main" id="{A7DC1D12-670F-4235-8791-FA8C2B330871}"/>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Freeform: Shape 11">
            <a:extLst>
              <a:ext uri="{FF2B5EF4-FFF2-40B4-BE49-F238E27FC236}">
                <a16:creationId xmlns:a16="http://schemas.microsoft.com/office/drawing/2014/main" id="{859569CF-FDAC-47C4-A0F5-296F7117C398}"/>
              </a:ext>
            </a:extLst>
          </p:cNvPr>
          <p:cNvSpPr/>
          <p:nvPr userDrawn="1"/>
        </p:nvSpPr>
        <p:spPr>
          <a:xfrm rot="2700000">
            <a:off x="9668984" y="1404392"/>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3" name="Freeform: Shape 12">
            <a:extLst>
              <a:ext uri="{FF2B5EF4-FFF2-40B4-BE49-F238E27FC236}">
                <a16:creationId xmlns:a16="http://schemas.microsoft.com/office/drawing/2014/main" id="{D68D0C72-2B2C-4C85-A091-157853C71784}"/>
              </a:ext>
            </a:extLst>
          </p:cNvPr>
          <p:cNvSpPr/>
          <p:nvPr userDrawn="1"/>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4" name="Freeform: Shape 13">
            <a:extLst>
              <a:ext uri="{FF2B5EF4-FFF2-40B4-BE49-F238E27FC236}">
                <a16:creationId xmlns:a16="http://schemas.microsoft.com/office/drawing/2014/main" id="{8E25334A-5FE3-4DDA-8D32-4796CCFCAA74}"/>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5" name="Freeform: Shape 14">
            <a:extLst>
              <a:ext uri="{FF2B5EF4-FFF2-40B4-BE49-F238E27FC236}">
                <a16:creationId xmlns:a16="http://schemas.microsoft.com/office/drawing/2014/main" id="{18818DF1-D7FD-4C0F-875D-7A07E8F75C06}"/>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16" name="Group 15">
            <a:extLst>
              <a:ext uri="{FF2B5EF4-FFF2-40B4-BE49-F238E27FC236}">
                <a16:creationId xmlns:a16="http://schemas.microsoft.com/office/drawing/2014/main" id="{8F9BB384-9E14-4CEA-82C1-21837229D3EF}"/>
              </a:ext>
            </a:extLst>
          </p:cNvPr>
          <p:cNvGrpSpPr/>
          <p:nvPr userDrawn="1"/>
        </p:nvGrpSpPr>
        <p:grpSpPr>
          <a:xfrm rot="16200000">
            <a:off x="431651" y="-917359"/>
            <a:ext cx="1532001" cy="1826463"/>
            <a:chOff x="10800164" y="7142066"/>
            <a:chExt cx="2775293" cy="3308724"/>
          </a:xfrm>
        </p:grpSpPr>
        <p:sp>
          <p:nvSpPr>
            <p:cNvPr id="17" name="Freeform: Shape 16">
              <a:extLst>
                <a:ext uri="{FF2B5EF4-FFF2-40B4-BE49-F238E27FC236}">
                  <a16:creationId xmlns:a16="http://schemas.microsoft.com/office/drawing/2014/main" id="{0862A81A-959D-4EAB-90ED-DB20759BB397}"/>
                </a:ext>
              </a:extLst>
            </p:cNvPr>
            <p:cNvSpPr/>
            <p:nvPr/>
          </p:nvSpPr>
          <p:spPr>
            <a:xfrm rot="2700000">
              <a:off x="10800164" y="7675497"/>
              <a:ext cx="2775293"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Freeform: Shape 17">
              <a:extLst>
                <a:ext uri="{FF2B5EF4-FFF2-40B4-BE49-F238E27FC236}">
                  <a16:creationId xmlns:a16="http://schemas.microsoft.com/office/drawing/2014/main" id="{AAB9E28C-9422-42BD-AECE-29B44B5D63E2}"/>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9" name="Group 18">
            <a:extLst>
              <a:ext uri="{FF2B5EF4-FFF2-40B4-BE49-F238E27FC236}">
                <a16:creationId xmlns:a16="http://schemas.microsoft.com/office/drawing/2014/main" id="{2772239B-C46D-4458-BB4B-DDB12FAB0172}"/>
              </a:ext>
            </a:extLst>
          </p:cNvPr>
          <p:cNvGrpSpPr/>
          <p:nvPr userDrawn="1"/>
        </p:nvGrpSpPr>
        <p:grpSpPr>
          <a:xfrm rot="16200000">
            <a:off x="1992859" y="-497210"/>
            <a:ext cx="818398" cy="986162"/>
            <a:chOff x="10945855" y="7317026"/>
            <a:chExt cx="2483924" cy="2993104"/>
          </a:xfrm>
        </p:grpSpPr>
        <p:sp>
          <p:nvSpPr>
            <p:cNvPr id="20" name="Freeform: Shape 19">
              <a:extLst>
                <a:ext uri="{FF2B5EF4-FFF2-40B4-BE49-F238E27FC236}">
                  <a16:creationId xmlns:a16="http://schemas.microsoft.com/office/drawing/2014/main" id="{3C8A2A1A-1FB9-4CA1-B74E-B293187E51AA}"/>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Freeform: Shape 20">
              <a:extLst>
                <a:ext uri="{FF2B5EF4-FFF2-40B4-BE49-F238E27FC236}">
                  <a16:creationId xmlns:a16="http://schemas.microsoft.com/office/drawing/2014/main" id="{DF2B18BA-6B43-40FA-A23B-D894D6AB468B}"/>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22" name="Slide Number Placeholder 4">
            <a:extLst>
              <a:ext uri="{FF2B5EF4-FFF2-40B4-BE49-F238E27FC236}">
                <a16:creationId xmlns:a16="http://schemas.microsoft.com/office/drawing/2014/main" id="{0F332671-6296-47C8-BF26-B2D962F5D03D}"/>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3" name="Title 1">
            <a:extLst>
              <a:ext uri="{FF2B5EF4-FFF2-40B4-BE49-F238E27FC236}">
                <a16:creationId xmlns:a16="http://schemas.microsoft.com/office/drawing/2014/main" id="{7772A652-7229-2B42-B87B-298C31D6F0CB}"/>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Tree>
    <p:extLst>
      <p:ext uri="{BB962C8B-B14F-4D97-AF65-F5344CB8AC3E}">
        <p14:creationId xmlns:p14="http://schemas.microsoft.com/office/powerpoint/2010/main" val="1675197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lt Section Header">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6" name="Group 25">
            <a:extLst>
              <a:ext uri="{FF2B5EF4-FFF2-40B4-BE49-F238E27FC236}">
                <a16:creationId xmlns:a16="http://schemas.microsoft.com/office/drawing/2014/main" id="{E9318B2B-E019-4078-9EF0-C9D6281AE31B}"/>
              </a:ext>
            </a:extLst>
          </p:cNvPr>
          <p:cNvGrpSpPr/>
          <p:nvPr userDrawn="1"/>
        </p:nvGrpSpPr>
        <p:grpSpPr>
          <a:xfrm>
            <a:off x="9776075" y="2057401"/>
            <a:ext cx="4413559" cy="3934444"/>
            <a:chOff x="9222437" y="1088097"/>
            <a:chExt cx="5433318" cy="4843502"/>
          </a:xfrm>
        </p:grpSpPr>
        <p:sp>
          <p:nvSpPr>
            <p:cNvPr id="27" name="Freeform: Shape 26">
              <a:extLst>
                <a:ext uri="{FF2B5EF4-FFF2-40B4-BE49-F238E27FC236}">
                  <a16:creationId xmlns:a16="http://schemas.microsoft.com/office/drawing/2014/main" id="{D3E625C0-9656-421F-861F-67C8F93362ED}"/>
                </a:ext>
              </a:extLst>
            </p:cNvPr>
            <p:cNvSpPr/>
            <p:nvPr/>
          </p:nvSpPr>
          <p:spPr>
            <a:xfrm rot="2700000">
              <a:off x="9668983" y="1078460"/>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Shape 27">
              <a:extLst>
                <a:ext uri="{FF2B5EF4-FFF2-40B4-BE49-F238E27FC236}">
                  <a16:creationId xmlns:a16="http://schemas.microsoft.com/office/drawing/2014/main" id="{49F8E490-C6E3-4D00-866F-CD85DD88996E}"/>
                </a:ext>
              </a:extLst>
            </p:cNvPr>
            <p:cNvSpPr/>
            <p:nvPr/>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sp>
        <p:nvSpPr>
          <p:cNvPr id="29" name="Freeform: Shape 28">
            <a:extLst>
              <a:ext uri="{FF2B5EF4-FFF2-40B4-BE49-F238E27FC236}">
                <a16:creationId xmlns:a16="http://schemas.microsoft.com/office/drawing/2014/main" id="{EE8F5B31-1523-46AE-9455-C33DFC1BDDE0}"/>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5D17048F-C2E1-4775-BC32-50BD6219F89D}"/>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31" name="Group 30">
            <a:extLst>
              <a:ext uri="{FF2B5EF4-FFF2-40B4-BE49-F238E27FC236}">
                <a16:creationId xmlns:a16="http://schemas.microsoft.com/office/drawing/2014/main" id="{EAB002AA-4848-49C8-A834-036F860C79A3}"/>
              </a:ext>
            </a:extLst>
          </p:cNvPr>
          <p:cNvGrpSpPr/>
          <p:nvPr userDrawn="1"/>
        </p:nvGrpSpPr>
        <p:grpSpPr>
          <a:xfrm rot="16200000" flipH="1">
            <a:off x="9913705" y="6257994"/>
            <a:ext cx="1052473" cy="1209445"/>
            <a:chOff x="10800165" y="7142066"/>
            <a:chExt cx="2775293" cy="3189215"/>
          </a:xfrm>
        </p:grpSpPr>
        <p:sp>
          <p:nvSpPr>
            <p:cNvPr id="32" name="Freeform: Shape 31">
              <a:extLst>
                <a:ext uri="{FF2B5EF4-FFF2-40B4-BE49-F238E27FC236}">
                  <a16:creationId xmlns:a16="http://schemas.microsoft.com/office/drawing/2014/main" id="{14B187A8-7F8D-469D-A03B-4F835A5746DE}"/>
                </a:ext>
              </a:extLst>
            </p:cNvPr>
            <p:cNvSpPr/>
            <p:nvPr/>
          </p:nvSpPr>
          <p:spPr>
            <a:xfrm rot="2700000">
              <a:off x="10800166" y="7555988"/>
              <a:ext cx="2775292"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Freeform: Shape 32">
              <a:extLst>
                <a:ext uri="{FF2B5EF4-FFF2-40B4-BE49-F238E27FC236}">
                  <a16:creationId xmlns:a16="http://schemas.microsoft.com/office/drawing/2014/main" id="{03D871D1-A11A-48FB-82A8-8D61AB5CB85C}"/>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35" name="Slide Number Placeholder 4">
            <a:extLst>
              <a:ext uri="{FF2B5EF4-FFF2-40B4-BE49-F238E27FC236}">
                <a16:creationId xmlns:a16="http://schemas.microsoft.com/office/drawing/2014/main" id="{6F73F836-940E-4B65-A29C-D0869263C935}"/>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3511478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Oval 3">
            <a:extLst>
              <a:ext uri="{FF2B5EF4-FFF2-40B4-BE49-F238E27FC236}">
                <a16:creationId xmlns:a16="http://schemas.microsoft.com/office/drawing/2014/main" id="{ECB4C115-EFF9-405C-98BE-F4077B9730D0}"/>
              </a:ext>
            </a:extLst>
          </p:cNvPr>
          <p:cNvSpPr/>
          <p:nvPr userDrawn="1"/>
        </p:nvSpPr>
        <p:spPr>
          <a:xfrm>
            <a:off x="533399" y="914400"/>
            <a:ext cx="1944914" cy="1944914"/>
          </a:xfrm>
          <a:prstGeom prst="ellipse">
            <a:avLst/>
          </a:prstGeom>
          <a:solidFill>
            <a:schemeClr val="accent1">
              <a:lumMod val="50000"/>
            </a:schemeClr>
          </a:solidFill>
          <a:ln w="76200">
            <a:solidFill>
              <a:schemeClr val="accent1">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Title 1">
            <a:extLst>
              <a:ext uri="{FF2B5EF4-FFF2-40B4-BE49-F238E27FC236}">
                <a16:creationId xmlns:a16="http://schemas.microsoft.com/office/drawing/2014/main" id="{C9A300DD-BB54-44ED-A7E4-01CD41EC930F}"/>
              </a:ext>
            </a:extLst>
          </p:cNvPr>
          <p:cNvSpPr txBox="1">
            <a:spLocks/>
          </p:cNvSpPr>
          <p:nvPr userDrawn="1"/>
        </p:nvSpPr>
        <p:spPr>
          <a:xfrm>
            <a:off x="956993" y="923305"/>
            <a:ext cx="1005115" cy="2859313"/>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lang="en-GB" sz="3600" b="0" i="0" kern="1200" dirty="0">
                <a:solidFill>
                  <a:schemeClr val="bg1"/>
                </a:solidFill>
                <a:latin typeface="Trebuchet MS" panose="020B0603020202020204" pitchFamily="34" charset="0"/>
                <a:ea typeface="+mj-ea"/>
                <a:cs typeface="+mj-cs"/>
              </a:defRPr>
            </a:lvl1pPr>
          </a:lstStyle>
          <a:p>
            <a:pPr algn="ctr"/>
            <a:r>
              <a:rPr lang="en-US" sz="18400" noProof="0" dirty="0">
                <a:solidFill>
                  <a:schemeClr val="accent1">
                    <a:lumMod val="60000"/>
                    <a:lumOff val="40000"/>
                  </a:schemeClr>
                </a:solidFill>
                <a:latin typeface="+mj-lt"/>
              </a:rPr>
              <a:t>“</a:t>
            </a:r>
          </a:p>
        </p:txBody>
      </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533399" y="3200400"/>
            <a:ext cx="7551057" cy="2859313"/>
          </a:xfrm>
        </p:spPr>
        <p:txBody>
          <a:bodyPr vert="horz" lIns="91440" tIns="45720" rIns="91440" bIns="45720" rtlCol="0" anchor="t">
            <a:normAutofit/>
          </a:bodyPr>
          <a:lstStyle>
            <a:lvl1pPr>
              <a:lnSpc>
                <a:spcPct val="100000"/>
              </a:lnSpc>
              <a:defRPr lang="en-GB" sz="3200" b="0" i="0" dirty="0">
                <a:solidFill>
                  <a:schemeClr val="bg1"/>
                </a:solidFill>
                <a:latin typeface="+mj-lt"/>
              </a:defRPr>
            </a:lvl1pPr>
          </a:lstStyle>
          <a:p>
            <a:pPr lvl="0"/>
            <a:r>
              <a:rPr lang="en-US" noProof="0"/>
              <a:t>Quote</a:t>
            </a:r>
          </a:p>
        </p:txBody>
      </p:sp>
      <p:sp>
        <p:nvSpPr>
          <p:cNvPr id="19" name="Slide Number Placeholder 4">
            <a:extLst>
              <a:ext uri="{FF2B5EF4-FFF2-40B4-BE49-F238E27FC236}">
                <a16:creationId xmlns:a16="http://schemas.microsoft.com/office/drawing/2014/main" id="{A4E6C1FF-5925-42B3-B7F9-0A0031BDAD30}"/>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1753169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3" name="Text Placeholder 22">
            <a:extLst>
              <a:ext uri="{FF2B5EF4-FFF2-40B4-BE49-F238E27FC236}">
                <a16:creationId xmlns:a16="http://schemas.microsoft.com/office/drawing/2014/main" id="{03618670-D1E4-466C-BDB5-FC890AC31457}"/>
              </a:ext>
            </a:extLst>
          </p:cNvPr>
          <p:cNvSpPr>
            <a:spLocks noGrp="1"/>
          </p:cNvSpPr>
          <p:nvPr>
            <p:ph type="body" sz="quarter" idx="13"/>
          </p:nvPr>
        </p:nvSpPr>
        <p:spPr>
          <a:xfrm>
            <a:off x="444500" y="1625385"/>
            <a:ext cx="6718300" cy="4093243"/>
          </a:xfrm>
        </p:spPr>
        <p:txBody>
          <a:bodyPr>
            <a:noAutofit/>
          </a:bodyPr>
          <a:lstStyle>
            <a:lvl1pPr>
              <a:lnSpc>
                <a:spcPct val="100000"/>
              </a:lnSpc>
              <a:spcBef>
                <a:spcPts val="600"/>
              </a:spcBef>
              <a:spcAft>
                <a:spcPts val="400"/>
              </a:spcAft>
              <a:defRPr sz="1600">
                <a:solidFill>
                  <a:schemeClr val="bg1"/>
                </a:solidFill>
                <a:latin typeface="+mn-lt"/>
                <a:cs typeface="Arial" panose="020B0604020202020204" pitchFamily="34" charset="0"/>
              </a:defRPr>
            </a:lvl1pPr>
            <a:lvl2pPr>
              <a:lnSpc>
                <a:spcPct val="100000"/>
              </a:lnSpc>
              <a:spcBef>
                <a:spcPts val="600"/>
              </a:spcBef>
              <a:spcAft>
                <a:spcPts val="400"/>
              </a:spcAft>
              <a:defRPr sz="1400">
                <a:solidFill>
                  <a:schemeClr val="bg1"/>
                </a:solidFill>
                <a:latin typeface="+mn-lt"/>
                <a:cs typeface="Arial" panose="020B0604020202020204" pitchFamily="34" charset="0"/>
              </a:defRPr>
            </a:lvl2pPr>
            <a:lvl3pPr>
              <a:lnSpc>
                <a:spcPct val="100000"/>
              </a:lnSpc>
              <a:spcBef>
                <a:spcPts val="600"/>
              </a:spcBef>
              <a:spcAft>
                <a:spcPts val="400"/>
              </a:spcAft>
              <a:defRPr sz="1200">
                <a:solidFill>
                  <a:schemeClr val="bg1"/>
                </a:solidFill>
                <a:latin typeface="+mn-lt"/>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a:p>
            <a:pPr lvl="1"/>
            <a:r>
              <a:rPr lang="en-US" noProof="0"/>
              <a:t>Second level</a:t>
            </a:r>
          </a:p>
          <a:p>
            <a:pPr lvl="2"/>
            <a:r>
              <a:rPr lang="en-US" noProof="0"/>
              <a:t>Third level</a:t>
            </a:r>
          </a:p>
        </p:txBody>
      </p:sp>
    </p:spTree>
    <p:extLst>
      <p:ext uri="{BB962C8B-B14F-4D97-AF65-F5344CB8AC3E}">
        <p14:creationId xmlns:p14="http://schemas.microsoft.com/office/powerpoint/2010/main" val="274574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073704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7" name="Text Placeholder 6">
            <a:extLst>
              <a:ext uri="{FF2B5EF4-FFF2-40B4-BE49-F238E27FC236}">
                <a16:creationId xmlns:a16="http://schemas.microsoft.com/office/drawing/2014/main" id="{7E0C167E-2626-40DB-AACF-D02543E29BB3}"/>
              </a:ext>
            </a:extLst>
          </p:cNvPr>
          <p:cNvSpPr>
            <a:spLocks noGrp="1"/>
          </p:cNvSpPr>
          <p:nvPr>
            <p:ph type="body" sz="quarter" idx="13"/>
          </p:nvPr>
        </p:nvSpPr>
        <p:spPr>
          <a:xfrm>
            <a:off x="1409700" y="1749570"/>
            <a:ext cx="9372600" cy="3358860"/>
          </a:xfrm>
        </p:spPr>
        <p:txBody>
          <a:bodyPr anchor="ctr">
            <a:normAutofit/>
          </a:bodyPr>
          <a:lstStyle>
            <a:lvl1pPr marL="0" indent="0" algn="ctr">
              <a:buNone/>
              <a:defRPr sz="6000">
                <a:solidFill>
                  <a:schemeClr val="bg1"/>
                </a:solidFill>
              </a:defRPr>
            </a:lvl1pPr>
          </a:lstStyle>
          <a:p>
            <a:pPr lvl="0"/>
            <a:r>
              <a:rPr lang="en-US" noProof="0"/>
              <a:t>Click to edit Master text styles</a:t>
            </a:r>
          </a:p>
        </p:txBody>
      </p:sp>
    </p:spTree>
    <p:extLst>
      <p:ext uri="{BB962C8B-B14F-4D97-AF65-F5344CB8AC3E}">
        <p14:creationId xmlns:p14="http://schemas.microsoft.com/office/powerpoint/2010/main" val="2904744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0103A49C-32FF-49E6-86F3-FC2E19517BD5}"/>
              </a:ext>
            </a:extLst>
          </p:cNvPr>
          <p:cNvSpPr>
            <a:spLocks noGrp="1"/>
          </p:cNvSpPr>
          <p:nvPr>
            <p:ph idx="1"/>
          </p:nvPr>
        </p:nvSpPr>
        <p:spPr>
          <a:xfrm>
            <a:off x="443365" y="1825625"/>
            <a:ext cx="11215235"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636708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5" name="Text Placeholder 2">
            <a:extLst>
              <a:ext uri="{FF2B5EF4-FFF2-40B4-BE49-F238E27FC236}">
                <a16:creationId xmlns:a16="http://schemas.microsoft.com/office/drawing/2014/main" id="{7FA80A70-18DE-4DB9-9982-BA75BE54CF93}"/>
              </a:ext>
            </a:extLst>
          </p:cNvPr>
          <p:cNvSpPr>
            <a:spLocks noGrp="1"/>
          </p:cNvSpPr>
          <p:nvPr>
            <p:ph type="body" idx="1"/>
          </p:nvPr>
        </p:nvSpPr>
        <p:spPr>
          <a:xfrm>
            <a:off x="444500" y="1681163"/>
            <a:ext cx="5157787"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6" name="Text Placeholder 4">
            <a:extLst>
              <a:ext uri="{FF2B5EF4-FFF2-40B4-BE49-F238E27FC236}">
                <a16:creationId xmlns:a16="http://schemas.microsoft.com/office/drawing/2014/main" id="{2801C0EF-C078-44B0-AD01-4850E9A65EE0}"/>
              </a:ext>
            </a:extLst>
          </p:cNvPr>
          <p:cNvSpPr>
            <a:spLocks noGrp="1"/>
          </p:cNvSpPr>
          <p:nvPr>
            <p:ph type="body" sz="quarter" idx="3"/>
          </p:nvPr>
        </p:nvSpPr>
        <p:spPr>
          <a:xfrm>
            <a:off x="6500812" y="1681163"/>
            <a:ext cx="5157788"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7" name="Content Placeholder 3">
            <a:extLst>
              <a:ext uri="{FF2B5EF4-FFF2-40B4-BE49-F238E27FC236}">
                <a16:creationId xmlns:a16="http://schemas.microsoft.com/office/drawing/2014/main" id="{7C9DED91-45F6-4308-A085-1EFACA6468CF}"/>
              </a:ext>
            </a:extLst>
          </p:cNvPr>
          <p:cNvSpPr>
            <a:spLocks noGrp="1"/>
          </p:cNvSpPr>
          <p:nvPr>
            <p:ph sz="half" idx="2"/>
          </p:nvPr>
        </p:nvSpPr>
        <p:spPr>
          <a:xfrm>
            <a:off x="444500" y="2505075"/>
            <a:ext cx="5157787"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8" name="Content Placeholder 5">
            <a:extLst>
              <a:ext uri="{FF2B5EF4-FFF2-40B4-BE49-F238E27FC236}">
                <a16:creationId xmlns:a16="http://schemas.microsoft.com/office/drawing/2014/main" id="{0574B5E7-B666-439B-9278-67BE1EA6EBC5}"/>
              </a:ext>
            </a:extLst>
          </p:cNvPr>
          <p:cNvSpPr>
            <a:spLocks noGrp="1"/>
          </p:cNvSpPr>
          <p:nvPr>
            <p:ph sz="quarter" idx="4"/>
          </p:nvPr>
        </p:nvSpPr>
        <p:spPr>
          <a:xfrm>
            <a:off x="6475412" y="2505075"/>
            <a:ext cx="5183188"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219167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FE796BFF-6E5F-4DE7-B193-F501FC094D63}"/>
              </a:ext>
            </a:extLst>
          </p:cNvPr>
          <p:cNvSpPr>
            <a:spLocks noGrp="1"/>
          </p:cNvSpPr>
          <p:nvPr>
            <p:ph sz="half" idx="1"/>
          </p:nvPr>
        </p:nvSpPr>
        <p:spPr>
          <a:xfrm>
            <a:off x="443365" y="1517715"/>
            <a:ext cx="5184437" cy="4659248"/>
          </a:xfrm>
        </p:spPr>
        <p:txBody>
          <a:bodyPr>
            <a:normAutofit/>
          </a:bodyPr>
          <a:lstStyle>
            <a:lvl1pPr marL="457200" indent="-457200">
              <a:buFont typeface="Arial" panose="020B0604020202020204" pitchFamily="34" charset="0"/>
              <a:buChar char="•"/>
              <a:defRPr sz="2000">
                <a:solidFill>
                  <a:schemeClr val="bg1"/>
                </a:solidFill>
              </a:defRPr>
            </a:lvl1pPr>
            <a:lvl2pPr marL="800100" indent="-342900">
              <a:buFont typeface="Arial" panose="020B0604020202020204" pitchFamily="34" charset="0"/>
              <a:buChar char="•"/>
              <a:defRPr sz="1800">
                <a:solidFill>
                  <a:schemeClr val="bg1"/>
                </a:solidFill>
              </a:defRPr>
            </a:lvl2pPr>
            <a:lvl3pPr marL="1257300" indent="-342900">
              <a:buFont typeface="Arial" panose="020B0604020202020204" pitchFamily="34" charset="0"/>
              <a:buChar char="•"/>
              <a:defRPr sz="1600">
                <a:solidFill>
                  <a:schemeClr val="bg1"/>
                </a:solidFill>
              </a:defRPr>
            </a:lvl3pPr>
            <a:lvl4pPr marL="1657350" indent="-285750">
              <a:buFont typeface="Arial" panose="020B0604020202020204" pitchFamily="34" charset="0"/>
              <a:buChar char="•"/>
              <a:defRPr sz="1400">
                <a:solidFill>
                  <a:schemeClr val="bg1"/>
                </a:solidFill>
              </a:defRPr>
            </a:lvl4pPr>
            <a:lvl5pPr marL="2114550" indent="-285750">
              <a:buFont typeface="Arial" panose="020B0604020202020204" pitchFamily="34" charset="0"/>
              <a:buChar cha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 name="Content Placeholder 3">
            <a:extLst>
              <a:ext uri="{FF2B5EF4-FFF2-40B4-BE49-F238E27FC236}">
                <a16:creationId xmlns:a16="http://schemas.microsoft.com/office/drawing/2014/main" id="{78622754-CA4D-4C27-A37F-B26E7B4C9CA2}"/>
              </a:ext>
            </a:extLst>
          </p:cNvPr>
          <p:cNvSpPr>
            <a:spLocks noGrp="1"/>
          </p:cNvSpPr>
          <p:nvPr>
            <p:ph sz="half" idx="2"/>
          </p:nvPr>
        </p:nvSpPr>
        <p:spPr>
          <a:xfrm>
            <a:off x="6474163" y="1517715"/>
            <a:ext cx="5184437" cy="4659248"/>
          </a:xfrm>
        </p:spPr>
        <p:txBody>
          <a:bodyPr>
            <a:normAutofit/>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9995978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ategor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0" name="Picture Placeholder 8">
            <a:extLst>
              <a:ext uri="{FF2B5EF4-FFF2-40B4-BE49-F238E27FC236}">
                <a16:creationId xmlns:a16="http://schemas.microsoft.com/office/drawing/2014/main" id="{6D00E6B4-1CBE-404E-B943-5F1832320C1C}"/>
              </a:ext>
            </a:extLst>
          </p:cNvPr>
          <p:cNvSpPr>
            <a:spLocks noGrp="1"/>
          </p:cNvSpPr>
          <p:nvPr>
            <p:ph type="pic" sz="quarter" idx="13"/>
          </p:nvPr>
        </p:nvSpPr>
        <p:spPr>
          <a:xfrm>
            <a:off x="978212"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1" name="Picture Placeholder 8">
            <a:extLst>
              <a:ext uri="{FF2B5EF4-FFF2-40B4-BE49-F238E27FC236}">
                <a16:creationId xmlns:a16="http://schemas.microsoft.com/office/drawing/2014/main" id="{7CD59BFD-62BE-4E33-92A5-B84A2A9A8D3B}"/>
              </a:ext>
            </a:extLst>
          </p:cNvPr>
          <p:cNvSpPr>
            <a:spLocks noGrp="1"/>
          </p:cNvSpPr>
          <p:nvPr>
            <p:ph type="pic" sz="quarter" idx="14"/>
          </p:nvPr>
        </p:nvSpPr>
        <p:spPr>
          <a:xfrm>
            <a:off x="3222230"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2" name="Picture Placeholder 8">
            <a:extLst>
              <a:ext uri="{FF2B5EF4-FFF2-40B4-BE49-F238E27FC236}">
                <a16:creationId xmlns:a16="http://schemas.microsoft.com/office/drawing/2014/main" id="{60DC5978-55B8-421D-91B4-29F8210A7B2C}"/>
              </a:ext>
            </a:extLst>
          </p:cNvPr>
          <p:cNvSpPr>
            <a:spLocks noGrp="1"/>
          </p:cNvSpPr>
          <p:nvPr>
            <p:ph type="pic" sz="quarter" idx="15"/>
          </p:nvPr>
        </p:nvSpPr>
        <p:spPr>
          <a:xfrm>
            <a:off x="5466248"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3" name="Picture Placeholder 8">
            <a:extLst>
              <a:ext uri="{FF2B5EF4-FFF2-40B4-BE49-F238E27FC236}">
                <a16:creationId xmlns:a16="http://schemas.microsoft.com/office/drawing/2014/main" id="{BE3FB8C3-2C7E-4C59-8BD5-53FA2772DB56}"/>
              </a:ext>
            </a:extLst>
          </p:cNvPr>
          <p:cNvSpPr>
            <a:spLocks noGrp="1"/>
          </p:cNvSpPr>
          <p:nvPr>
            <p:ph type="pic" sz="quarter" idx="16"/>
          </p:nvPr>
        </p:nvSpPr>
        <p:spPr>
          <a:xfrm>
            <a:off x="7710266"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4" name="Picture Placeholder 8">
            <a:extLst>
              <a:ext uri="{FF2B5EF4-FFF2-40B4-BE49-F238E27FC236}">
                <a16:creationId xmlns:a16="http://schemas.microsoft.com/office/drawing/2014/main" id="{FD8FA9DA-C36B-4889-B88F-28B5829E53E2}"/>
              </a:ext>
            </a:extLst>
          </p:cNvPr>
          <p:cNvSpPr>
            <a:spLocks noGrp="1"/>
          </p:cNvSpPr>
          <p:nvPr>
            <p:ph type="pic" sz="quarter" idx="17"/>
          </p:nvPr>
        </p:nvSpPr>
        <p:spPr>
          <a:xfrm>
            <a:off x="9954283"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719894"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7" name="Text Placeholder 22">
            <a:extLst>
              <a:ext uri="{FF2B5EF4-FFF2-40B4-BE49-F238E27FC236}">
                <a16:creationId xmlns:a16="http://schemas.microsoft.com/office/drawing/2014/main" id="{05F72315-51A9-431C-B80A-45E4FB1D6BD6}"/>
              </a:ext>
            </a:extLst>
          </p:cNvPr>
          <p:cNvSpPr>
            <a:spLocks noGrp="1"/>
          </p:cNvSpPr>
          <p:nvPr>
            <p:ph type="body" sz="quarter" idx="19"/>
          </p:nvPr>
        </p:nvSpPr>
        <p:spPr>
          <a:xfrm>
            <a:off x="2963912"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8" name="Text Placeholder 22">
            <a:extLst>
              <a:ext uri="{FF2B5EF4-FFF2-40B4-BE49-F238E27FC236}">
                <a16:creationId xmlns:a16="http://schemas.microsoft.com/office/drawing/2014/main" id="{883D1F0C-34F1-46E1-B178-E4AB82B14631}"/>
              </a:ext>
            </a:extLst>
          </p:cNvPr>
          <p:cNvSpPr>
            <a:spLocks noGrp="1"/>
          </p:cNvSpPr>
          <p:nvPr>
            <p:ph type="body" sz="quarter" idx="20"/>
          </p:nvPr>
        </p:nvSpPr>
        <p:spPr>
          <a:xfrm>
            <a:off x="5207930"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9" name="Text Placeholder 22">
            <a:extLst>
              <a:ext uri="{FF2B5EF4-FFF2-40B4-BE49-F238E27FC236}">
                <a16:creationId xmlns:a16="http://schemas.microsoft.com/office/drawing/2014/main" id="{7202A849-DF14-40E7-B38D-1185F72603EC}"/>
              </a:ext>
            </a:extLst>
          </p:cNvPr>
          <p:cNvSpPr>
            <a:spLocks noGrp="1"/>
          </p:cNvSpPr>
          <p:nvPr>
            <p:ph type="body" sz="quarter" idx="21"/>
          </p:nvPr>
        </p:nvSpPr>
        <p:spPr>
          <a:xfrm>
            <a:off x="7451948"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0" name="Text Placeholder 22">
            <a:extLst>
              <a:ext uri="{FF2B5EF4-FFF2-40B4-BE49-F238E27FC236}">
                <a16:creationId xmlns:a16="http://schemas.microsoft.com/office/drawing/2014/main" id="{CCFC1ADF-AC11-4CCD-AC2D-478B6FFEA5EA}"/>
              </a:ext>
            </a:extLst>
          </p:cNvPr>
          <p:cNvSpPr>
            <a:spLocks noGrp="1"/>
          </p:cNvSpPr>
          <p:nvPr>
            <p:ph type="body" sz="quarter" idx="22"/>
          </p:nvPr>
        </p:nvSpPr>
        <p:spPr>
          <a:xfrm>
            <a:off x="9695965"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cxnSp>
        <p:nvCxnSpPr>
          <p:cNvPr id="7" name="Straight Connector 6">
            <a:extLst>
              <a:ext uri="{FF2B5EF4-FFF2-40B4-BE49-F238E27FC236}">
                <a16:creationId xmlns:a16="http://schemas.microsoft.com/office/drawing/2014/main" id="{2B4CB326-DA0E-488E-B236-7017E8438FBB}"/>
              </a:ext>
            </a:extLst>
          </p:cNvPr>
          <p:cNvCxnSpPr/>
          <p:nvPr userDrawn="1"/>
        </p:nvCxnSpPr>
        <p:spPr>
          <a:xfrm>
            <a:off x="1242354"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366B533-7212-4A36-9CE2-D6302E721F8F}"/>
              </a:ext>
            </a:extLst>
          </p:cNvPr>
          <p:cNvCxnSpPr/>
          <p:nvPr userDrawn="1"/>
        </p:nvCxnSpPr>
        <p:spPr>
          <a:xfrm>
            <a:off x="3486372"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D7474CD-E230-4E14-8274-5E20F673F401}"/>
              </a:ext>
            </a:extLst>
          </p:cNvPr>
          <p:cNvCxnSpPr/>
          <p:nvPr userDrawn="1"/>
        </p:nvCxnSpPr>
        <p:spPr>
          <a:xfrm>
            <a:off x="5730390"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BF71FCE-6F39-4D2F-82BE-7D9F1D2ED59F}"/>
              </a:ext>
            </a:extLst>
          </p:cNvPr>
          <p:cNvCxnSpPr/>
          <p:nvPr userDrawn="1"/>
        </p:nvCxnSpPr>
        <p:spPr>
          <a:xfrm>
            <a:off x="7974408"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E97AC7A-17D9-4F42-9DD0-94FE4FC6BF19}"/>
              </a:ext>
            </a:extLst>
          </p:cNvPr>
          <p:cNvCxnSpPr/>
          <p:nvPr userDrawn="1"/>
        </p:nvCxnSpPr>
        <p:spPr>
          <a:xfrm>
            <a:off x="10218425"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762663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hoto + 3 Sec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
        <p:nvSpPr>
          <p:cNvPr id="36" name="Text Placeholder 22">
            <a:extLst>
              <a:ext uri="{FF2B5EF4-FFF2-40B4-BE49-F238E27FC236}">
                <a16:creationId xmlns:a16="http://schemas.microsoft.com/office/drawing/2014/main" id="{642D3CE0-C3B4-4F3F-A650-AB452B3AD4BA}"/>
              </a:ext>
            </a:extLst>
          </p:cNvPr>
          <p:cNvSpPr>
            <a:spLocks noGrp="1"/>
          </p:cNvSpPr>
          <p:nvPr>
            <p:ph type="body" sz="quarter" idx="20"/>
          </p:nvPr>
        </p:nvSpPr>
        <p:spPr>
          <a:xfrm>
            <a:off x="4444169"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7" name="Text Placeholder 22">
            <a:extLst>
              <a:ext uri="{FF2B5EF4-FFF2-40B4-BE49-F238E27FC236}">
                <a16:creationId xmlns:a16="http://schemas.microsoft.com/office/drawing/2014/main" id="{DBED2BB0-CDAD-40EE-8B35-C66DF45EE29D}"/>
              </a:ext>
            </a:extLst>
          </p:cNvPr>
          <p:cNvSpPr>
            <a:spLocks noGrp="1"/>
          </p:cNvSpPr>
          <p:nvPr>
            <p:ph type="body" sz="quarter" idx="21"/>
          </p:nvPr>
        </p:nvSpPr>
        <p:spPr>
          <a:xfrm>
            <a:off x="834624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Tree>
    <p:extLst>
      <p:ext uri="{BB962C8B-B14F-4D97-AF65-F5344CB8AC3E}">
        <p14:creationId xmlns:p14="http://schemas.microsoft.com/office/powerpoint/2010/main" val="15447457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hoto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9402006" cy="1463040"/>
          </a:xfrm>
        </p:spPr>
        <p:txBody>
          <a:bodyPr lIns="0" tIns="0" rIns="0" bIns="0">
            <a:noAutofit/>
          </a:bodyPr>
          <a:lstStyle>
            <a:lvl1pPr marL="0" indent="0" algn="l">
              <a:lnSpc>
                <a:spcPct val="100000"/>
              </a:lnSpc>
              <a:spcBef>
                <a:spcPts val="300"/>
              </a:spcBef>
              <a:spcAft>
                <a:spcPts val="3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Tree>
    <p:extLst>
      <p:ext uri="{BB962C8B-B14F-4D97-AF65-F5344CB8AC3E}">
        <p14:creationId xmlns:p14="http://schemas.microsoft.com/office/powerpoint/2010/main" val="24868267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Picture Placeholder 2">
            <a:extLst>
              <a:ext uri="{FF2B5EF4-FFF2-40B4-BE49-F238E27FC236}">
                <a16:creationId xmlns:a16="http://schemas.microsoft.com/office/drawing/2014/main" id="{30B3A574-7940-4E35-857E-5CA35A5910E5}"/>
              </a:ext>
            </a:extLst>
          </p:cNvPr>
          <p:cNvSpPr>
            <a:spLocks noGrp="1"/>
          </p:cNvSpPr>
          <p:nvPr>
            <p:ph type="pic" idx="1"/>
          </p:nvPr>
        </p:nvSpPr>
        <p:spPr>
          <a:xfrm>
            <a:off x="4110087" y="1444649"/>
            <a:ext cx="7548513" cy="4579079"/>
          </a:xfrm>
        </p:spPr>
        <p:txBody>
          <a:bodyPr>
            <a:normAutofit/>
          </a:bodyPr>
          <a:lstStyle>
            <a:lvl1pPr marL="0" indent="0">
              <a:buNone/>
              <a:defRPr sz="24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Tree>
    <p:extLst>
      <p:ext uri="{BB962C8B-B14F-4D97-AF65-F5344CB8AC3E}">
        <p14:creationId xmlns:p14="http://schemas.microsoft.com/office/powerpoint/2010/main" val="15406501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22" name="Content Placeholder 2">
            <a:extLst>
              <a:ext uri="{FF2B5EF4-FFF2-40B4-BE49-F238E27FC236}">
                <a16:creationId xmlns:a16="http://schemas.microsoft.com/office/drawing/2014/main" id="{A015C605-1D30-48BC-A0D6-3B11AF56CC53}"/>
              </a:ext>
            </a:extLst>
          </p:cNvPr>
          <p:cNvSpPr>
            <a:spLocks noGrp="1"/>
          </p:cNvSpPr>
          <p:nvPr>
            <p:ph idx="1"/>
          </p:nvPr>
        </p:nvSpPr>
        <p:spPr>
          <a:xfrm>
            <a:off x="3964290" y="1444649"/>
            <a:ext cx="7694310" cy="4579079"/>
          </a:xfr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2000"/>
            </a:lvl6pPr>
            <a:lvl7pPr>
              <a:defRPr sz="2000"/>
            </a:lvl7pPr>
            <a:lvl8pPr>
              <a:defRPr sz="2000"/>
            </a:lvl8pPr>
            <a:lvl9pPr>
              <a:defRPr sz="20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2129895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D4494CD2-CCDD-0248-96F8-741002C44255}"/>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Freeform: Shape 9">
            <a:extLst>
              <a:ext uri="{FF2B5EF4-FFF2-40B4-BE49-F238E27FC236}">
                <a16:creationId xmlns:a16="http://schemas.microsoft.com/office/drawing/2014/main" id="{07077B00-C1EE-7241-B441-7814F92A7EDF}"/>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0" name="Freeform: Shape 17">
            <a:extLst>
              <a:ext uri="{FF2B5EF4-FFF2-40B4-BE49-F238E27FC236}">
                <a16:creationId xmlns:a16="http://schemas.microsoft.com/office/drawing/2014/main" id="{3A1AEBC4-637E-F64C-9192-69AC4BB26D0C}"/>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1" name="Freeform: Shape 11">
            <a:extLst>
              <a:ext uri="{FF2B5EF4-FFF2-40B4-BE49-F238E27FC236}">
                <a16:creationId xmlns:a16="http://schemas.microsoft.com/office/drawing/2014/main" id="{669A7039-C54C-8E46-9A8B-DDB2547D989C}"/>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Freeform: Shape 7">
            <a:extLst>
              <a:ext uri="{FF2B5EF4-FFF2-40B4-BE49-F238E27FC236}">
                <a16:creationId xmlns:a16="http://schemas.microsoft.com/office/drawing/2014/main" id="{4F173B32-87BB-9A40-8C91-4C1EED2B7ABF}"/>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4" name="Group 23">
            <a:extLst>
              <a:ext uri="{FF2B5EF4-FFF2-40B4-BE49-F238E27FC236}">
                <a16:creationId xmlns:a16="http://schemas.microsoft.com/office/drawing/2014/main" id="{4AC87F4E-12B5-1B42-AFD2-4DB39B7645C9}"/>
              </a:ext>
            </a:extLst>
          </p:cNvPr>
          <p:cNvGrpSpPr/>
          <p:nvPr userDrawn="1"/>
        </p:nvGrpSpPr>
        <p:grpSpPr>
          <a:xfrm rot="16200000">
            <a:off x="499388" y="-322655"/>
            <a:ext cx="535531" cy="645309"/>
            <a:chOff x="10945855" y="7317026"/>
            <a:chExt cx="2483924" cy="2993104"/>
          </a:xfrm>
        </p:grpSpPr>
        <p:sp>
          <p:nvSpPr>
            <p:cNvPr id="25" name="Freeform: Shape 15">
              <a:extLst>
                <a:ext uri="{FF2B5EF4-FFF2-40B4-BE49-F238E27FC236}">
                  <a16:creationId xmlns:a16="http://schemas.microsoft.com/office/drawing/2014/main" id="{03DD8765-59DF-A045-ADB5-E39FAEE153A0}"/>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Freeform: Shape 16">
              <a:extLst>
                <a:ext uri="{FF2B5EF4-FFF2-40B4-BE49-F238E27FC236}">
                  <a16:creationId xmlns:a16="http://schemas.microsoft.com/office/drawing/2014/main" id="{B34B796C-A407-7B4D-B4F0-E58A44FE8DB4}"/>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0" name="Freeform: Shape 23">
            <a:extLst>
              <a:ext uri="{FF2B5EF4-FFF2-40B4-BE49-F238E27FC236}">
                <a16:creationId xmlns:a16="http://schemas.microsoft.com/office/drawing/2014/main" id="{CBE3FDC9-67CB-FA42-B127-A36BFF4678BB}"/>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Slide Number Placeholder 4">
            <a:extLst>
              <a:ext uri="{FF2B5EF4-FFF2-40B4-BE49-F238E27FC236}">
                <a16:creationId xmlns:a16="http://schemas.microsoft.com/office/drawing/2014/main" id="{1E902BFF-CA8F-D745-A819-A7BB38B30ED9}"/>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26723047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ank You 1">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6" name="Group 5">
            <a:extLst>
              <a:ext uri="{FF2B5EF4-FFF2-40B4-BE49-F238E27FC236}">
                <a16:creationId xmlns:a16="http://schemas.microsoft.com/office/drawing/2014/main" id="{EA7FF9D7-8545-4547-AC77-A0421EEB9B99}"/>
              </a:ext>
            </a:extLst>
          </p:cNvPr>
          <p:cNvGrpSpPr/>
          <p:nvPr userDrawn="1"/>
        </p:nvGrpSpPr>
        <p:grpSpPr>
          <a:xfrm>
            <a:off x="0" y="0"/>
            <a:ext cx="6881966" cy="6858876"/>
            <a:chOff x="-5321" y="1096"/>
            <a:chExt cx="5924073" cy="5904197"/>
          </a:xfrm>
        </p:grpSpPr>
        <p:sp>
          <p:nvSpPr>
            <p:cNvPr id="17" name="Right Triangle 16">
              <a:extLst>
                <a:ext uri="{FF2B5EF4-FFF2-40B4-BE49-F238E27FC236}">
                  <a16:creationId xmlns:a16="http://schemas.microsoft.com/office/drawing/2014/main" id="{8DCD5806-2A2F-4ABF-8057-245681C498E6}"/>
                </a:ext>
              </a:extLst>
            </p:cNvPr>
            <p:cNvSpPr/>
            <p:nvPr userDrawn="1"/>
          </p:nvSpPr>
          <p:spPr>
            <a:xfrm rot="16200000" flipH="1" flipV="1">
              <a:off x="4618" y="-8842"/>
              <a:ext cx="5904196" cy="592407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userDrawn="1"/>
          </p:nvSpPr>
          <p:spPr>
            <a:xfrm rot="16200000" flipH="1" flipV="1">
              <a:off x="3941" y="-8164"/>
              <a:ext cx="5501471" cy="551999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userDrawn="1"/>
          </p:nvSpPr>
          <p:spPr>
            <a:xfrm rot="16200000" flipH="1" flipV="1">
              <a:off x="3131" y="-7355"/>
              <a:ext cx="5019818" cy="5036720"/>
            </a:xfrm>
            <a:prstGeom prst="rtTriangle">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5217242" y="2807208"/>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Tree>
    <p:extLst>
      <p:ext uri="{BB962C8B-B14F-4D97-AF65-F5344CB8AC3E}">
        <p14:creationId xmlns:p14="http://schemas.microsoft.com/office/powerpoint/2010/main" val="22363861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ank You 2">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6360242" y="3429000"/>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
        <p:nvSpPr>
          <p:cNvPr id="35" name="Freeform: Shape 34">
            <a:extLst>
              <a:ext uri="{FF2B5EF4-FFF2-40B4-BE49-F238E27FC236}">
                <a16:creationId xmlns:a16="http://schemas.microsoft.com/office/drawing/2014/main" id="{C024DCDB-C6BF-455E-AAB8-EAF9DAB302A1}"/>
              </a:ext>
            </a:extLst>
          </p:cNvPr>
          <p:cNvSpPr/>
          <p:nvPr userDrawn="1"/>
        </p:nvSpPr>
        <p:spPr>
          <a:xfrm rot="13500000">
            <a:off x="-729899" y="-1215856"/>
            <a:ext cx="6043521" cy="8427077"/>
          </a:xfrm>
          <a:custGeom>
            <a:avLst/>
            <a:gdLst>
              <a:gd name="connsiteX0" fmla="*/ 6043521 w 6043521"/>
              <a:gd name="connsiteY0" fmla="*/ 4267535 h 8427077"/>
              <a:gd name="connsiteX1" fmla="*/ 1883979 w 6043521"/>
              <a:gd name="connsiteY1" fmla="*/ 8427077 h 8427077"/>
              <a:gd name="connsiteX2" fmla="*/ 0 w 6043521"/>
              <a:gd name="connsiteY2" fmla="*/ 8427077 h 8427077"/>
              <a:gd name="connsiteX3" fmla="*/ 0 w 6043521"/>
              <a:gd name="connsiteY3" fmla="*/ 1775986 h 8427077"/>
              <a:gd name="connsiteX4" fmla="*/ 1775985 w 6043521"/>
              <a:gd name="connsiteY4" fmla="*/ 0 h 8427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8427077">
                <a:moveTo>
                  <a:pt x="6043521" y="4267535"/>
                </a:moveTo>
                <a:lnTo>
                  <a:pt x="1883979" y="8427077"/>
                </a:lnTo>
                <a:lnTo>
                  <a:pt x="0" y="8427077"/>
                </a:lnTo>
                <a:lnTo>
                  <a:pt x="0" y="1775986"/>
                </a:lnTo>
                <a:lnTo>
                  <a:pt x="1775985"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2" name="Freeform: Shape 31">
            <a:extLst>
              <a:ext uri="{FF2B5EF4-FFF2-40B4-BE49-F238E27FC236}">
                <a16:creationId xmlns:a16="http://schemas.microsoft.com/office/drawing/2014/main" id="{26AFB47A-5D51-4F9C-B01B-977CE5E3C093}"/>
              </a:ext>
            </a:extLst>
          </p:cNvPr>
          <p:cNvSpPr/>
          <p:nvPr userDrawn="1"/>
        </p:nvSpPr>
        <p:spPr>
          <a:xfrm rot="13500000">
            <a:off x="-1145231" y="-2123853"/>
            <a:ext cx="6043521" cy="9008880"/>
          </a:xfrm>
          <a:custGeom>
            <a:avLst/>
            <a:gdLst>
              <a:gd name="connsiteX0" fmla="*/ 6043521 w 6043521"/>
              <a:gd name="connsiteY0" fmla="*/ 4849338 h 9008880"/>
              <a:gd name="connsiteX1" fmla="*/ 1883979 w 6043521"/>
              <a:gd name="connsiteY1" fmla="*/ 9008880 h 9008880"/>
              <a:gd name="connsiteX2" fmla="*/ 0 w 6043521"/>
              <a:gd name="connsiteY2" fmla="*/ 9008880 h 9008880"/>
              <a:gd name="connsiteX3" fmla="*/ 0 w 6043521"/>
              <a:gd name="connsiteY3" fmla="*/ 1194182 h 9008880"/>
              <a:gd name="connsiteX4" fmla="*/ 1194182 w 6043521"/>
              <a:gd name="connsiteY4" fmla="*/ 0 h 900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9008880">
                <a:moveTo>
                  <a:pt x="6043521" y="4849338"/>
                </a:moveTo>
                <a:lnTo>
                  <a:pt x="1883979" y="9008880"/>
                </a:lnTo>
                <a:lnTo>
                  <a:pt x="0" y="9008880"/>
                </a:lnTo>
                <a:lnTo>
                  <a:pt x="0" y="1194182"/>
                </a:lnTo>
                <a:lnTo>
                  <a:pt x="1194182"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6997A4FF-7390-4173-8ACD-6CF7145AACEC}"/>
              </a:ext>
            </a:extLst>
          </p:cNvPr>
          <p:cNvSpPr/>
          <p:nvPr userDrawn="1"/>
        </p:nvSpPr>
        <p:spPr>
          <a:xfrm rot="18900000" flipH="1">
            <a:off x="-2681153" y="-465959"/>
            <a:ext cx="8639119" cy="5739762"/>
          </a:xfrm>
          <a:custGeom>
            <a:avLst/>
            <a:gdLst>
              <a:gd name="connsiteX0" fmla="*/ 3789781 w 8639119"/>
              <a:gd name="connsiteY0" fmla="*/ 0 h 5739762"/>
              <a:gd name="connsiteX1" fmla="*/ 0 w 8639119"/>
              <a:gd name="connsiteY1" fmla="*/ 3789782 h 5739762"/>
              <a:gd name="connsiteX2" fmla="*/ 0 w 8639119"/>
              <a:gd name="connsiteY2" fmla="*/ 5739761 h 5739762"/>
              <a:gd name="connsiteX3" fmla="*/ 7748695 w 8639119"/>
              <a:gd name="connsiteY3" fmla="*/ 5739762 h 5739762"/>
              <a:gd name="connsiteX4" fmla="*/ 8639119 w 8639119"/>
              <a:gd name="connsiteY4" fmla="*/ 4849338 h 5739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9119" h="5739762">
                <a:moveTo>
                  <a:pt x="3789781" y="0"/>
                </a:moveTo>
                <a:lnTo>
                  <a:pt x="0" y="3789782"/>
                </a:lnTo>
                <a:lnTo>
                  <a:pt x="0" y="5739761"/>
                </a:lnTo>
                <a:lnTo>
                  <a:pt x="7748695" y="5739762"/>
                </a:lnTo>
                <a:lnTo>
                  <a:pt x="8639119" y="4849338"/>
                </a:lnTo>
                <a:close/>
              </a:path>
            </a:pathLst>
          </a:custGeom>
          <a:solidFill>
            <a:schemeClr val="accent1">
              <a:lumMod val="50000"/>
              <a:alpha val="51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Tree>
    <p:extLst>
      <p:ext uri="{BB962C8B-B14F-4D97-AF65-F5344CB8AC3E}">
        <p14:creationId xmlns:p14="http://schemas.microsoft.com/office/powerpoint/2010/main" val="1218518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1B0E15-6FC5-434E-8780-B186D9DB0CD0}"/>
              </a:ext>
            </a:extLst>
          </p:cNvPr>
          <p:cNvSpPr>
            <a:spLocks noGrp="1"/>
          </p:cNvSpPr>
          <p:nvPr>
            <p:ph type="title"/>
          </p:nvPr>
        </p:nvSpPr>
        <p:spPr>
          <a:xfrm>
            <a:off x="838200" y="365125"/>
            <a:ext cx="10820400" cy="1325563"/>
          </a:xfrm>
          <a:prstGeom prst="rect">
            <a:avLst/>
          </a:prstGeom>
        </p:spPr>
        <p:txBody>
          <a:bodyPr vert="horz" lIns="91440" tIns="45720" rIns="91440" bIns="45720" rtlCol="0" anchor="ctr">
            <a:normAutofit/>
          </a:bodyPr>
          <a:lstStyle/>
          <a:p>
            <a:r>
              <a:rPr lang="en-US" noProof="0"/>
              <a:t>Click to edit Master title style</a:t>
            </a:r>
          </a:p>
        </p:txBody>
      </p:sp>
      <p:sp>
        <p:nvSpPr>
          <p:cNvPr id="3" name="Text Placeholder 2">
            <a:extLst>
              <a:ext uri="{FF2B5EF4-FFF2-40B4-BE49-F238E27FC236}">
                <a16:creationId xmlns:a16="http://schemas.microsoft.com/office/drawing/2014/main" id="{A9C7B128-34F3-405C-B601-8BAFDB43499C}"/>
              </a:ext>
            </a:extLst>
          </p:cNvPr>
          <p:cNvSpPr>
            <a:spLocks noGrp="1"/>
          </p:cNvSpPr>
          <p:nvPr>
            <p:ph type="body" idx="1"/>
          </p:nvPr>
        </p:nvSpPr>
        <p:spPr>
          <a:xfrm>
            <a:off x="838200" y="1825625"/>
            <a:ext cx="108204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Slide Number Placeholder 5">
            <a:extLst>
              <a:ext uri="{FF2B5EF4-FFF2-40B4-BE49-F238E27FC236}">
                <a16:creationId xmlns:a16="http://schemas.microsoft.com/office/drawing/2014/main" id="{9F5A7754-E8C7-438B-922D-9027C6CF58E2}"/>
              </a:ext>
            </a:extLst>
          </p:cNvPr>
          <p:cNvSpPr>
            <a:spLocks noGrp="1"/>
          </p:cNvSpPr>
          <p:nvPr>
            <p:ph type="sldNum" sz="quarter" idx="4"/>
          </p:nvPr>
        </p:nvSpPr>
        <p:spPr>
          <a:xfrm>
            <a:off x="11112500" y="6356350"/>
            <a:ext cx="660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63D6C4-4840-40CC-AC84-17E24B3B7BDE}" type="slidenum">
              <a:rPr lang="en-US" noProof="0" smtClean="0"/>
              <a:t>‹#›</a:t>
            </a:fld>
            <a:endParaRPr lang="en-US" noProof="0" dirty="0"/>
          </a:p>
        </p:txBody>
      </p:sp>
      <p:sp>
        <p:nvSpPr>
          <p:cNvPr id="5" name="Rectangle 4">
            <a:extLst>
              <a:ext uri="{FF2B5EF4-FFF2-40B4-BE49-F238E27FC236}">
                <a16:creationId xmlns:a16="http://schemas.microsoft.com/office/drawing/2014/main" id="{7CDDDB7D-9189-9548-A2B9-81DC62C3C1A3}"/>
              </a:ext>
            </a:extLst>
          </p:cNvPr>
          <p:cNvSpPr/>
          <p:nvPr userDrawn="1"/>
        </p:nvSpPr>
        <p:spPr>
          <a:xfrm>
            <a:off x="0" y="1"/>
            <a:ext cx="12192000" cy="685799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Freeform: Shape 9">
            <a:extLst>
              <a:ext uri="{FF2B5EF4-FFF2-40B4-BE49-F238E27FC236}">
                <a16:creationId xmlns:a16="http://schemas.microsoft.com/office/drawing/2014/main" id="{096D8877-6B4A-4540-8927-767DD7401718}"/>
              </a:ext>
            </a:extLst>
          </p:cNvPr>
          <p:cNvSpPr/>
          <p:nvPr userDrawn="1"/>
        </p:nvSpPr>
        <p:spPr>
          <a:xfrm>
            <a:off x="0" y="1"/>
            <a:ext cx="12192001" cy="6857999"/>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17">
            <a:extLst>
              <a:ext uri="{FF2B5EF4-FFF2-40B4-BE49-F238E27FC236}">
                <a16:creationId xmlns:a16="http://schemas.microsoft.com/office/drawing/2014/main" id="{5AF2E123-FE0F-8541-8E36-5030C450AA7E}"/>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9" name="Freeform: Shape 11">
            <a:extLst>
              <a:ext uri="{FF2B5EF4-FFF2-40B4-BE49-F238E27FC236}">
                <a16:creationId xmlns:a16="http://schemas.microsoft.com/office/drawing/2014/main" id="{E5519D99-3B68-924A-9CD0-14B911711CA8}"/>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7">
            <a:extLst>
              <a:ext uri="{FF2B5EF4-FFF2-40B4-BE49-F238E27FC236}">
                <a16:creationId xmlns:a16="http://schemas.microsoft.com/office/drawing/2014/main" id="{A09E21A9-FBEF-144C-A152-FE484F3C55C1}"/>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itle 1">
            <a:extLst>
              <a:ext uri="{FF2B5EF4-FFF2-40B4-BE49-F238E27FC236}">
                <a16:creationId xmlns:a16="http://schemas.microsoft.com/office/drawing/2014/main" id="{70C7F2CB-A8CE-1545-A08D-93592C4BAEEA}"/>
              </a:ext>
            </a:extLst>
          </p:cNvPr>
          <p:cNvSpPr txBox="1">
            <a:spLocks/>
          </p:cNvSpPr>
          <p:nvPr userDrawn="1"/>
        </p:nvSpPr>
        <p:spPr>
          <a:xfrm>
            <a:off x="444500" y="542925"/>
            <a:ext cx="11214100" cy="5355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Trebuchet MS" panose="020B0603020202020204" pitchFamily="34" charset="0"/>
                <a:ea typeface="+mj-ea"/>
                <a:cs typeface="+mj-cs"/>
              </a:defRPr>
            </a:lvl1pPr>
          </a:lstStyle>
          <a:p>
            <a:r>
              <a:rPr lang="en-US" noProof="0" dirty="0">
                <a:latin typeface="+mj-lt"/>
              </a:rPr>
              <a:t>Click to edit Master title style</a:t>
            </a:r>
          </a:p>
        </p:txBody>
      </p:sp>
      <p:grpSp>
        <p:nvGrpSpPr>
          <p:cNvPr id="12" name="Group 11">
            <a:extLst>
              <a:ext uri="{FF2B5EF4-FFF2-40B4-BE49-F238E27FC236}">
                <a16:creationId xmlns:a16="http://schemas.microsoft.com/office/drawing/2014/main" id="{7068FCE4-1B47-3C4B-B091-013120A97D09}"/>
              </a:ext>
            </a:extLst>
          </p:cNvPr>
          <p:cNvGrpSpPr/>
          <p:nvPr userDrawn="1"/>
        </p:nvGrpSpPr>
        <p:grpSpPr>
          <a:xfrm rot="16200000">
            <a:off x="499388" y="-322655"/>
            <a:ext cx="535531" cy="645309"/>
            <a:chOff x="10945855" y="7317026"/>
            <a:chExt cx="2483924" cy="2993104"/>
          </a:xfrm>
        </p:grpSpPr>
        <p:sp>
          <p:nvSpPr>
            <p:cNvPr id="13" name="Freeform: Shape 15">
              <a:extLst>
                <a:ext uri="{FF2B5EF4-FFF2-40B4-BE49-F238E27FC236}">
                  <a16:creationId xmlns:a16="http://schemas.microsoft.com/office/drawing/2014/main" id="{FEC3FDE7-F27E-5E4E-8752-287CAB7792D4}"/>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6">
              <a:extLst>
                <a:ext uri="{FF2B5EF4-FFF2-40B4-BE49-F238E27FC236}">
                  <a16:creationId xmlns:a16="http://schemas.microsoft.com/office/drawing/2014/main" id="{81C902DB-0D21-5044-82B6-9E7A70A1BF62}"/>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5" name="Group 14">
            <a:extLst>
              <a:ext uri="{FF2B5EF4-FFF2-40B4-BE49-F238E27FC236}">
                <a16:creationId xmlns:a16="http://schemas.microsoft.com/office/drawing/2014/main" id="{BE1E08A0-195D-694F-947B-986A76FBB93E}"/>
              </a:ext>
            </a:extLst>
          </p:cNvPr>
          <p:cNvGrpSpPr/>
          <p:nvPr userDrawn="1"/>
        </p:nvGrpSpPr>
        <p:grpSpPr>
          <a:xfrm>
            <a:off x="-1" y="1357409"/>
            <a:ext cx="12192001" cy="4846320"/>
            <a:chOff x="-1" y="1357409"/>
            <a:chExt cx="12192001" cy="4917518"/>
          </a:xfrm>
        </p:grpSpPr>
        <p:sp>
          <p:nvSpPr>
            <p:cNvPr id="16" name="Rectangle: Single Corner Snipped 18">
              <a:extLst>
                <a:ext uri="{FF2B5EF4-FFF2-40B4-BE49-F238E27FC236}">
                  <a16:creationId xmlns:a16="http://schemas.microsoft.com/office/drawing/2014/main" id="{ED5DFFCD-1EE3-E64E-B51F-BD7D72413E0B}"/>
                </a:ext>
              </a:extLst>
            </p:cNvPr>
            <p:cNvSpPr/>
            <p:nvPr userDrawn="1"/>
          </p:nvSpPr>
          <p:spPr>
            <a:xfrm flipV="1">
              <a:off x="-1" y="1357409"/>
              <a:ext cx="12192000" cy="4917518"/>
            </a:xfrm>
            <a:prstGeom prst="snip1Rect">
              <a:avLst>
                <a:gd name="adj" fmla="val 0"/>
              </a:avLst>
            </a:prstGeom>
            <a:pattFill prst="dkVert">
              <a:fgClr>
                <a:schemeClr val="accent5"/>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17" name="Rectangle: Single Corner Snipped 2">
              <a:extLst>
                <a:ext uri="{FF2B5EF4-FFF2-40B4-BE49-F238E27FC236}">
                  <a16:creationId xmlns:a16="http://schemas.microsoft.com/office/drawing/2014/main" id="{C12DB3CA-8E64-AA43-BFBE-A2CA9A816DBE}"/>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8" name="Freeform: Shape 23">
            <a:extLst>
              <a:ext uri="{FF2B5EF4-FFF2-40B4-BE49-F238E27FC236}">
                <a16:creationId xmlns:a16="http://schemas.microsoft.com/office/drawing/2014/main" id="{A587DEFD-D470-4142-8E0D-A71DDB147C92}"/>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Slide Number Placeholder 4">
            <a:extLst>
              <a:ext uri="{FF2B5EF4-FFF2-40B4-BE49-F238E27FC236}">
                <a16:creationId xmlns:a16="http://schemas.microsoft.com/office/drawing/2014/main" id="{7D9BF857-7910-734D-A217-5E3344220AA2}"/>
              </a:ext>
            </a:extLst>
          </p:cNvPr>
          <p:cNvSpPr txBox="1">
            <a:spLocks/>
          </p:cNvSpPr>
          <p:nvPr userDrawn="1"/>
        </p:nvSpPr>
        <p:spPr>
          <a:xfrm>
            <a:off x="11252200" y="6315075"/>
            <a:ext cx="406400" cy="365125"/>
          </a:xfrm>
          <a:prstGeom prst="rect">
            <a:avLst/>
          </a:prstGeom>
        </p:spPr>
        <p:txBody>
          <a:bodyPr/>
          <a:lstStyle>
            <a:defPPr>
              <a:defRPr lang="en-US"/>
            </a:defPPr>
            <a:lvl1pPr marL="0" algn="l"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66609333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60" r:id="rId3"/>
    <p:sldLayoutId id="2147483666" r:id="rId4"/>
    <p:sldLayoutId id="2147483654" r:id="rId5"/>
    <p:sldLayoutId id="2147483661" r:id="rId6"/>
    <p:sldLayoutId id="2147483677" r:id="rId7"/>
    <p:sldLayoutId id="2147483674" r:id="rId8"/>
    <p:sldLayoutId id="2147483665" r:id="rId9"/>
    <p:sldLayoutId id="2147483673" r:id="rId10"/>
    <p:sldLayoutId id="2147483662" r:id="rId11"/>
    <p:sldLayoutId id="2147483663" r:id="rId12"/>
    <p:sldLayoutId id="2147483664" r:id="rId13"/>
    <p:sldLayoutId id="2147483675" r:id="rId14"/>
    <p:sldLayoutId id="2147483676" r:id="rId15"/>
    <p:sldLayoutId id="2147483672" r:id="rId16"/>
    <p:sldLayoutId id="2147483667" r:id="rId17"/>
    <p:sldLayoutId id="2147483668" r:id="rId1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36" userDrawn="1">
          <p15:clr>
            <a:srgbClr val="F26B43"/>
          </p15:clr>
        </p15:guide>
        <p15:guide id="4" orient="horz" pos="336" userDrawn="1">
          <p15:clr>
            <a:srgbClr val="F26B43"/>
          </p15:clr>
        </p15:guide>
        <p15:guide id="5" pos="7344" userDrawn="1">
          <p15:clr>
            <a:srgbClr val="F26B43"/>
          </p15:clr>
        </p15:guide>
        <p15:guide id="6" orient="horz" pos="398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a:xfrm>
            <a:off x="2982550" y="1511473"/>
            <a:ext cx="8402231" cy="1243584"/>
          </a:xfrm>
        </p:spPr>
        <p:txBody>
          <a:bodyPr/>
          <a:lstStyle/>
          <a:p>
            <a:r>
              <a:rPr lang="en-US" sz="4800" dirty="0"/>
              <a:t>EVENT MANAGEMENT AND TICKETING PLATFORM</a:t>
            </a:r>
          </a:p>
        </p:txBody>
      </p:sp>
      <p:sp>
        <p:nvSpPr>
          <p:cNvPr id="3" name="Subtitle 2">
            <a:extLst>
              <a:ext uri="{FF2B5EF4-FFF2-40B4-BE49-F238E27FC236}">
                <a16:creationId xmlns:a16="http://schemas.microsoft.com/office/drawing/2014/main" id="{0D537F64-4C96-4AA8-BB21-E8053A3186DD}"/>
              </a:ext>
            </a:extLst>
          </p:cNvPr>
          <p:cNvSpPr>
            <a:spLocks noGrp="1"/>
          </p:cNvSpPr>
          <p:nvPr>
            <p:ph type="subTitle" idx="1"/>
          </p:nvPr>
        </p:nvSpPr>
        <p:spPr>
          <a:xfrm>
            <a:off x="2359553" y="3088561"/>
            <a:ext cx="8653439" cy="868680"/>
          </a:xfrm>
        </p:spPr>
        <p:txBody>
          <a:bodyPr/>
          <a:lstStyle/>
          <a:p>
            <a:r>
              <a:rPr lang="en-IN" dirty="0"/>
              <a:t>DATABASE SYSTEMS ENGINEERING AND DISTRIBUTED BACKEND DEVELOPMENT - 25CS1302E</a:t>
            </a:r>
            <a:endParaRPr lang="en-US" dirty="0"/>
          </a:p>
        </p:txBody>
      </p:sp>
      <p:sp>
        <p:nvSpPr>
          <p:cNvPr id="6" name="TextBox 5">
            <a:extLst>
              <a:ext uri="{FF2B5EF4-FFF2-40B4-BE49-F238E27FC236}">
                <a16:creationId xmlns:a16="http://schemas.microsoft.com/office/drawing/2014/main" id="{F7DFBD19-7170-7B2E-009F-29B2F595A367}"/>
              </a:ext>
            </a:extLst>
          </p:cNvPr>
          <p:cNvSpPr txBox="1"/>
          <p:nvPr/>
        </p:nvSpPr>
        <p:spPr>
          <a:xfrm>
            <a:off x="8066314" y="5627656"/>
            <a:ext cx="6104374" cy="923330"/>
          </a:xfrm>
          <a:prstGeom prst="rect">
            <a:avLst/>
          </a:prstGeom>
          <a:noFill/>
        </p:spPr>
        <p:txBody>
          <a:bodyPr wrap="square">
            <a:spAutoFit/>
          </a:bodyPr>
          <a:lstStyle/>
          <a:p>
            <a:r>
              <a:rPr lang="en-IN" b="1" dirty="0">
                <a:solidFill>
                  <a:srgbClr val="63B7C6"/>
                </a:solidFill>
                <a:latin typeface="Arial Body"/>
              </a:rPr>
              <a:t>PRESENTED BY:</a:t>
            </a:r>
          </a:p>
          <a:p>
            <a:r>
              <a:rPr lang="en-IN" b="1" dirty="0">
                <a:solidFill>
                  <a:srgbClr val="63B7C6"/>
                </a:solidFill>
                <a:latin typeface="Arial Body"/>
              </a:rPr>
              <a:t>GEETHIKA CHOWDARY 250030354</a:t>
            </a:r>
          </a:p>
          <a:p>
            <a:r>
              <a:rPr lang="en-IN" b="1" dirty="0">
                <a:solidFill>
                  <a:srgbClr val="63B7C6"/>
                </a:solidFill>
                <a:latin typeface="Arial Body"/>
              </a:rPr>
              <a:t>V SIRI CHANDANA 2520030609</a:t>
            </a:r>
          </a:p>
        </p:txBody>
      </p:sp>
    </p:spTree>
    <p:extLst>
      <p:ext uri="{BB962C8B-B14F-4D97-AF65-F5344CB8AC3E}">
        <p14:creationId xmlns:p14="http://schemas.microsoft.com/office/powerpoint/2010/main" val="3946934594"/>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3BD8413-C238-49D7-A4E1-E8FEF1811A0E}"/>
              </a:ext>
            </a:extLst>
          </p:cNvPr>
          <p:cNvSpPr>
            <a:spLocks noGrp="1"/>
          </p:cNvSpPr>
          <p:nvPr>
            <p:ph type="title"/>
          </p:nvPr>
        </p:nvSpPr>
        <p:spPr>
          <a:xfrm>
            <a:off x="1357530" y="680776"/>
            <a:ext cx="7781544" cy="859055"/>
          </a:xfrm>
        </p:spPr>
        <p:txBody>
          <a:bodyPr/>
          <a:lstStyle/>
          <a:p>
            <a:r>
              <a:rPr lang="en-US" dirty="0">
                <a:solidFill>
                  <a:srgbClr val="63B7C6"/>
                </a:solidFill>
              </a:rPr>
              <a:t>ABSTRACT</a:t>
            </a:r>
          </a:p>
        </p:txBody>
      </p:sp>
      <p:sp>
        <p:nvSpPr>
          <p:cNvPr id="5" name="Text Placeholder 4">
            <a:extLst>
              <a:ext uri="{FF2B5EF4-FFF2-40B4-BE49-F238E27FC236}">
                <a16:creationId xmlns:a16="http://schemas.microsoft.com/office/drawing/2014/main" id="{0A95F4DE-39B7-4CE2-BC1E-8B8AE662A895}"/>
              </a:ext>
            </a:extLst>
          </p:cNvPr>
          <p:cNvSpPr>
            <a:spLocks noGrp="1"/>
          </p:cNvSpPr>
          <p:nvPr>
            <p:ph type="body" idx="1"/>
          </p:nvPr>
        </p:nvSpPr>
        <p:spPr>
          <a:xfrm>
            <a:off x="620834" y="1813147"/>
            <a:ext cx="8261910" cy="4607750"/>
          </a:xfrm>
        </p:spPr>
        <p:txBody>
          <a:bodyPr>
            <a:noAutofit/>
          </a:bodyPr>
          <a:lstStyle/>
          <a:p>
            <a:r>
              <a:rPr lang="en-IN" dirty="0">
                <a:solidFill>
                  <a:schemeClr val="bg1"/>
                </a:solidFill>
              </a:rPr>
              <a:t>The Event Management &amp; Ticketing Platform is a web-based application designed to simplify event organization and online ticket booking. The platform allows event organizers to create, manage, and promote events, while users can search for events, view event details, select tickets, make online payments, and receive digital tickets.</a:t>
            </a:r>
          </a:p>
          <a:p>
            <a:r>
              <a:rPr lang="en-IN" dirty="0">
                <a:solidFill>
                  <a:schemeClr val="bg1"/>
                </a:solidFill>
              </a:rPr>
              <a:t>The main problem is that traditional event management often involves manual registration, paper-based tickets, inefficient record keeping, and difficulty in tracking ticket availability and attendees. These methods can be time-consuming, cause errors, and make it difficult for both organizers and users to manage bookings efficiently. </a:t>
            </a:r>
          </a:p>
          <a:p>
            <a:r>
              <a:rPr lang="en-IN" dirty="0">
                <a:solidFill>
                  <a:schemeClr val="bg1"/>
                </a:solidFill>
              </a:rPr>
              <a:t>The proposed solution is a centralized digital platform that automates the complete event and ticketing process. It provides online event creation and management, event searching and filtering, ticket booking, secure payment processing, automatic e-ticket generation with QR codes, booking history, notifications, and attendee management. Admin and organizer dashboards can also be used to monitor events, bookings, users, and revenue.</a:t>
            </a:r>
          </a:p>
        </p:txBody>
      </p:sp>
      <p:sp>
        <p:nvSpPr>
          <p:cNvPr id="2" name="Slide Number Placeholder 1">
            <a:extLst>
              <a:ext uri="{FF2B5EF4-FFF2-40B4-BE49-F238E27FC236}">
                <a16:creationId xmlns:a16="http://schemas.microsoft.com/office/drawing/2014/main" id="{0B24BF10-2B55-43AB-9F77-F1A1410384A9}"/>
              </a:ext>
            </a:extLst>
          </p:cNvPr>
          <p:cNvSpPr>
            <a:spLocks noGrp="1"/>
          </p:cNvSpPr>
          <p:nvPr>
            <p:ph type="sldNum" sz="quarter" idx="12"/>
          </p:nvPr>
        </p:nvSpPr>
        <p:spPr/>
        <p:txBody>
          <a:bodyPr/>
          <a:lstStyle/>
          <a:p>
            <a:fld id="{C263D6C4-4840-40CC-AC84-17E24B3B7BDE}" type="slidenum">
              <a:rPr lang="en-US" smtClean="0"/>
              <a:pPr/>
              <a:t>2</a:t>
            </a:fld>
            <a:endParaRPr lang="en-US" dirty="0"/>
          </a:p>
        </p:txBody>
      </p:sp>
    </p:spTree>
    <p:extLst>
      <p:ext uri="{BB962C8B-B14F-4D97-AF65-F5344CB8AC3E}">
        <p14:creationId xmlns:p14="http://schemas.microsoft.com/office/powerpoint/2010/main" val="2902794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D179B88-D43C-4A31-9A52-3498E9430782}"/>
              </a:ext>
            </a:extLst>
          </p:cNvPr>
          <p:cNvSpPr>
            <a:spLocks noGrp="1"/>
          </p:cNvSpPr>
          <p:nvPr>
            <p:ph type="title"/>
          </p:nvPr>
        </p:nvSpPr>
        <p:spPr>
          <a:xfrm>
            <a:off x="724484" y="520002"/>
            <a:ext cx="7781544" cy="859055"/>
          </a:xfrm>
        </p:spPr>
        <p:txBody>
          <a:bodyPr>
            <a:normAutofit/>
          </a:bodyPr>
          <a:lstStyle/>
          <a:p>
            <a:r>
              <a:rPr lang="en-US" sz="4800" dirty="0">
                <a:solidFill>
                  <a:srgbClr val="63B7C6"/>
                </a:solidFill>
              </a:rPr>
              <a:t>PROBLEM STATEMENT</a:t>
            </a:r>
          </a:p>
        </p:txBody>
      </p:sp>
      <p:sp>
        <p:nvSpPr>
          <p:cNvPr id="5" name="Text Placeholder 4">
            <a:extLst>
              <a:ext uri="{FF2B5EF4-FFF2-40B4-BE49-F238E27FC236}">
                <a16:creationId xmlns:a16="http://schemas.microsoft.com/office/drawing/2014/main" id="{DCDDBE65-9AB1-4989-AF86-726591A6A128}"/>
              </a:ext>
            </a:extLst>
          </p:cNvPr>
          <p:cNvSpPr>
            <a:spLocks noGrp="1"/>
          </p:cNvSpPr>
          <p:nvPr>
            <p:ph type="body" idx="1"/>
          </p:nvPr>
        </p:nvSpPr>
        <p:spPr>
          <a:xfrm>
            <a:off x="474253" y="1680084"/>
            <a:ext cx="8282006" cy="365760"/>
          </a:xfrm>
        </p:spPr>
        <p:txBody>
          <a:bodyPr>
            <a:noAutofit/>
          </a:bodyPr>
          <a:lstStyle/>
          <a:p>
            <a:pPr>
              <a:lnSpc>
                <a:spcPct val="150000"/>
              </a:lnSpc>
            </a:pPr>
            <a:r>
              <a:rPr lang="en-IN" sz="1800" dirty="0"/>
              <a:t>Traditional event management and ticket booking systems often depend on manual registration, paper-based tickets, and inefficient record keeping. Organizers may face difficulties in managing events, tracking ticket availability, handling attendees, and maintaining booking records. Users may also experience problems while searching for events, booking tickets, making payments, and receiving tickets. Therefore, there is a need for a centralized digital platform that makes event management and ticket booking faster, easier, and more efficient.</a:t>
            </a:r>
            <a:endParaRPr lang="en-US" sz="1800" dirty="0"/>
          </a:p>
        </p:txBody>
      </p:sp>
      <p:sp>
        <p:nvSpPr>
          <p:cNvPr id="2" name="Slide Number Placeholder 1">
            <a:extLst>
              <a:ext uri="{FF2B5EF4-FFF2-40B4-BE49-F238E27FC236}">
                <a16:creationId xmlns:a16="http://schemas.microsoft.com/office/drawing/2014/main" id="{8B065C75-272B-4BB5-BA23-D80E8654D621}"/>
              </a:ext>
            </a:extLst>
          </p:cNvPr>
          <p:cNvSpPr>
            <a:spLocks noGrp="1"/>
          </p:cNvSpPr>
          <p:nvPr>
            <p:ph type="sldNum" sz="quarter" idx="12"/>
          </p:nvPr>
        </p:nvSpPr>
        <p:spPr/>
        <p:txBody>
          <a:bodyPr/>
          <a:lstStyle/>
          <a:p>
            <a:fld id="{C263D6C4-4840-40CC-AC84-17E24B3B7BDE}" type="slidenum">
              <a:rPr lang="en-US" smtClean="0"/>
              <a:pPr/>
              <a:t>3</a:t>
            </a:fld>
            <a:endParaRPr lang="en-US" dirty="0"/>
          </a:p>
        </p:txBody>
      </p:sp>
    </p:spTree>
    <p:extLst>
      <p:ext uri="{BB962C8B-B14F-4D97-AF65-F5344CB8AC3E}">
        <p14:creationId xmlns:p14="http://schemas.microsoft.com/office/powerpoint/2010/main" val="709828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a:xfrm>
            <a:off x="444500" y="542925"/>
            <a:ext cx="11214100" cy="590931"/>
          </a:xfrm>
        </p:spPr>
        <p:txBody>
          <a:bodyPr/>
          <a:lstStyle/>
          <a:p>
            <a:r>
              <a:rPr lang="en-US" sz="3600" dirty="0"/>
              <a:t>EXISTING SYSTEM</a:t>
            </a:r>
          </a:p>
        </p:txBody>
      </p:sp>
      <p:sp>
        <p:nvSpPr>
          <p:cNvPr id="10" name="Text Placeholder 9">
            <a:extLst>
              <a:ext uri="{FF2B5EF4-FFF2-40B4-BE49-F238E27FC236}">
                <a16:creationId xmlns:a16="http://schemas.microsoft.com/office/drawing/2014/main" id="{EF2BC084-E6DB-4DE7-B309-042A85EBA700}"/>
              </a:ext>
            </a:extLst>
          </p:cNvPr>
          <p:cNvSpPr>
            <a:spLocks noGrp="1"/>
          </p:cNvSpPr>
          <p:nvPr>
            <p:ph type="body" sz="quarter" idx="13"/>
          </p:nvPr>
        </p:nvSpPr>
        <p:spPr>
          <a:xfrm>
            <a:off x="444500" y="1225467"/>
            <a:ext cx="6468766" cy="2296246"/>
          </a:xfrm>
        </p:spPr>
        <p:txBody>
          <a:bodyPr/>
          <a:lstStyle/>
          <a:p>
            <a:pPr lvl="0"/>
            <a:r>
              <a:rPr lang="en-IN" dirty="0"/>
              <a:t>Manual event registration and ticket booking. </a:t>
            </a:r>
          </a:p>
          <a:p>
            <a:pPr lvl="0"/>
            <a:r>
              <a:rPr lang="en-IN" dirty="0"/>
              <a:t>Paper-based tickets are commonly used. </a:t>
            </a:r>
          </a:p>
          <a:p>
            <a:pPr lvl="0"/>
            <a:r>
              <a:rPr lang="en-IN" dirty="0"/>
              <a:t>Difficult to track ticket availability. </a:t>
            </a:r>
          </a:p>
          <a:p>
            <a:pPr lvl="0"/>
            <a:r>
              <a:rPr lang="en-IN" dirty="0"/>
              <a:t>Manual maintenance of attendee and booking records. </a:t>
            </a:r>
          </a:p>
          <a:p>
            <a:pPr lvl="0"/>
            <a:r>
              <a:rPr lang="en-IN" dirty="0"/>
              <a:t>Higher chances of errors and duplicate bookings. </a:t>
            </a:r>
          </a:p>
          <a:p>
            <a:pPr lvl="0"/>
            <a:r>
              <a:rPr lang="en-IN" dirty="0"/>
              <a:t>Limited event search and filtering options. </a:t>
            </a:r>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US" smtClean="0"/>
              <a:pPr/>
              <a:t>4</a:t>
            </a:fld>
            <a:endParaRPr lang="en-US" dirty="0"/>
          </a:p>
        </p:txBody>
      </p:sp>
      <p:sp>
        <p:nvSpPr>
          <p:cNvPr id="4" name="TextBox 3">
            <a:extLst>
              <a:ext uri="{FF2B5EF4-FFF2-40B4-BE49-F238E27FC236}">
                <a16:creationId xmlns:a16="http://schemas.microsoft.com/office/drawing/2014/main" id="{ECA55527-3D18-52A0-72CE-A4F406942CF3}"/>
              </a:ext>
            </a:extLst>
          </p:cNvPr>
          <p:cNvSpPr txBox="1"/>
          <p:nvPr/>
        </p:nvSpPr>
        <p:spPr>
          <a:xfrm>
            <a:off x="4936113" y="3192508"/>
            <a:ext cx="6094324" cy="646331"/>
          </a:xfrm>
          <a:prstGeom prst="rect">
            <a:avLst/>
          </a:prstGeom>
          <a:noFill/>
        </p:spPr>
        <p:txBody>
          <a:bodyPr wrap="square">
            <a:spAutoFit/>
          </a:bodyPr>
          <a:lstStyle/>
          <a:p>
            <a:r>
              <a:rPr lang="en-IN" sz="3600" b="1" dirty="0">
                <a:solidFill>
                  <a:schemeClr val="bg1"/>
                </a:solidFill>
                <a:latin typeface="Trebuchet MS (Headings)"/>
              </a:rPr>
              <a:t>PROPOSED SYSTEM</a:t>
            </a:r>
          </a:p>
        </p:txBody>
      </p:sp>
      <p:sp>
        <p:nvSpPr>
          <p:cNvPr id="5" name="TextBox 4">
            <a:extLst>
              <a:ext uri="{FF2B5EF4-FFF2-40B4-BE49-F238E27FC236}">
                <a16:creationId xmlns:a16="http://schemas.microsoft.com/office/drawing/2014/main" id="{6B23E8CC-EE5B-777B-2893-35B785D2BEE0}"/>
              </a:ext>
            </a:extLst>
          </p:cNvPr>
          <p:cNvSpPr txBox="1"/>
          <p:nvPr/>
        </p:nvSpPr>
        <p:spPr>
          <a:xfrm>
            <a:off x="4926206" y="3838839"/>
            <a:ext cx="6772588" cy="3046988"/>
          </a:xfrm>
          <a:prstGeom prst="rect">
            <a:avLst/>
          </a:prstGeom>
          <a:noFill/>
        </p:spPr>
        <p:txBody>
          <a:bodyPr wrap="square" rtlCol="0">
            <a:spAutoFit/>
          </a:bodyPr>
          <a:lstStyle/>
          <a:p>
            <a:pPr marL="285750" lvl="0" indent="-285750">
              <a:buFont typeface="Arial" panose="020B0604020202020204" pitchFamily="34" charset="0"/>
              <a:buChar char="•"/>
            </a:pPr>
            <a:r>
              <a:rPr lang="en-IN" sz="1600" dirty="0">
                <a:solidFill>
                  <a:schemeClr val="bg1"/>
                </a:solidFill>
              </a:rPr>
              <a:t>Online event creation and management. </a:t>
            </a:r>
          </a:p>
          <a:p>
            <a:pPr marL="285750" lvl="0" indent="-285750">
              <a:buFont typeface="Arial" panose="020B0604020202020204" pitchFamily="34" charset="0"/>
              <a:buChar char="•"/>
            </a:pPr>
            <a:endParaRPr lang="en-IN" sz="1600" dirty="0">
              <a:solidFill>
                <a:schemeClr val="bg1"/>
              </a:solidFill>
            </a:endParaRPr>
          </a:p>
          <a:p>
            <a:pPr marL="285750" lvl="0" indent="-285750">
              <a:buFont typeface="Arial" panose="020B0604020202020204" pitchFamily="34" charset="0"/>
              <a:buChar char="•"/>
            </a:pPr>
            <a:r>
              <a:rPr lang="en-IN" sz="1600" dirty="0">
                <a:solidFill>
                  <a:schemeClr val="bg1"/>
                </a:solidFill>
              </a:rPr>
              <a:t>Digital ticket booking and e-ticket generation. </a:t>
            </a:r>
          </a:p>
          <a:p>
            <a:pPr marL="285750" lvl="0" indent="-285750">
              <a:buFont typeface="Arial" panose="020B0604020202020204" pitchFamily="34" charset="0"/>
              <a:buChar char="•"/>
            </a:pPr>
            <a:endParaRPr lang="en-IN" sz="1600" dirty="0">
              <a:solidFill>
                <a:schemeClr val="bg1"/>
              </a:solidFill>
            </a:endParaRPr>
          </a:p>
          <a:p>
            <a:pPr marL="285750" lvl="0" indent="-285750">
              <a:buFont typeface="Arial" panose="020B0604020202020204" pitchFamily="34" charset="0"/>
              <a:buChar char="•"/>
            </a:pPr>
            <a:r>
              <a:rPr lang="en-IN" sz="1600" dirty="0">
                <a:solidFill>
                  <a:schemeClr val="bg1"/>
                </a:solidFill>
              </a:rPr>
              <a:t>QR-code-based tickets for easy verification. </a:t>
            </a:r>
          </a:p>
          <a:p>
            <a:pPr marL="285750" lvl="0" indent="-285750">
              <a:buFont typeface="Arial" panose="020B0604020202020204" pitchFamily="34" charset="0"/>
              <a:buChar char="•"/>
            </a:pPr>
            <a:endParaRPr lang="en-IN" sz="1600" dirty="0">
              <a:solidFill>
                <a:schemeClr val="bg1"/>
              </a:solidFill>
            </a:endParaRPr>
          </a:p>
          <a:p>
            <a:pPr marL="285750" lvl="0" indent="-285750">
              <a:buFont typeface="Arial" panose="020B0604020202020204" pitchFamily="34" charset="0"/>
              <a:buChar char="•"/>
            </a:pPr>
            <a:r>
              <a:rPr lang="en-IN" sz="1600" dirty="0">
                <a:solidFill>
                  <a:schemeClr val="bg1"/>
                </a:solidFill>
              </a:rPr>
              <a:t>Real-time ticket availability tracking. </a:t>
            </a:r>
          </a:p>
          <a:p>
            <a:pPr marL="285750" lvl="0" indent="-285750">
              <a:buFont typeface="Arial" panose="020B0604020202020204" pitchFamily="34" charset="0"/>
              <a:buChar char="•"/>
            </a:pPr>
            <a:endParaRPr lang="en-IN" sz="1600" dirty="0">
              <a:solidFill>
                <a:schemeClr val="bg1"/>
              </a:solidFill>
            </a:endParaRPr>
          </a:p>
          <a:p>
            <a:pPr marL="285750" lvl="0" indent="-285750">
              <a:buFont typeface="Arial" panose="020B0604020202020204" pitchFamily="34" charset="0"/>
              <a:buChar char="•"/>
            </a:pPr>
            <a:r>
              <a:rPr lang="en-IN" sz="1600" dirty="0">
                <a:solidFill>
                  <a:schemeClr val="bg1"/>
                </a:solidFill>
              </a:rPr>
              <a:t>Event search and filtering functionality. </a:t>
            </a:r>
          </a:p>
          <a:p>
            <a:pPr marL="285750" lvl="0" indent="-285750">
              <a:buFont typeface="Arial" panose="020B0604020202020204" pitchFamily="34" charset="0"/>
              <a:buChar char="•"/>
            </a:pPr>
            <a:endParaRPr lang="en-IN" sz="1600" dirty="0">
              <a:solidFill>
                <a:schemeClr val="bg1"/>
              </a:solidFill>
            </a:endParaRPr>
          </a:p>
          <a:p>
            <a:pPr marL="285750" lvl="0" indent="-285750">
              <a:buFont typeface="Arial" panose="020B0604020202020204" pitchFamily="34" charset="0"/>
              <a:buChar char="•"/>
            </a:pPr>
            <a:r>
              <a:rPr lang="en-IN" sz="1600" dirty="0">
                <a:solidFill>
                  <a:schemeClr val="bg1"/>
                </a:solidFill>
              </a:rPr>
              <a:t>Secure online payment using Razorpay / Stripe.</a:t>
            </a:r>
          </a:p>
          <a:p>
            <a:pPr marL="285750" indent="-285750">
              <a:buFont typeface="Arial" panose="020B0604020202020204" pitchFamily="34" charset="0"/>
              <a:buChar char="•"/>
            </a:pPr>
            <a:endParaRPr lang="en-IN" sz="1600" dirty="0">
              <a:solidFill>
                <a:srgbClr val="63B7C6"/>
              </a:solidFill>
            </a:endParaRPr>
          </a:p>
        </p:txBody>
      </p:sp>
    </p:spTree>
    <p:extLst>
      <p:ext uri="{BB962C8B-B14F-4D97-AF65-F5344CB8AC3E}">
        <p14:creationId xmlns:p14="http://schemas.microsoft.com/office/powerpoint/2010/main" val="3733486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a:xfrm>
            <a:off x="444500" y="542925"/>
            <a:ext cx="11214100" cy="590931"/>
          </a:xfrm>
        </p:spPr>
        <p:txBody>
          <a:bodyPr/>
          <a:lstStyle/>
          <a:p>
            <a:r>
              <a:rPr lang="en-US" sz="3600" dirty="0">
                <a:solidFill>
                  <a:srgbClr val="63B7C6"/>
                </a:solidFill>
              </a:rPr>
              <a:t>SOFTWARE TOOLS</a:t>
            </a:r>
          </a:p>
        </p:txBody>
      </p:sp>
      <p:sp>
        <p:nvSpPr>
          <p:cNvPr id="2" name="Slide Number Placeholder 1">
            <a:extLst>
              <a:ext uri="{FF2B5EF4-FFF2-40B4-BE49-F238E27FC236}">
                <a16:creationId xmlns:a16="http://schemas.microsoft.com/office/drawing/2014/main" id="{520FC4EE-F318-4344-9E3C-B950ADB63865}"/>
              </a:ext>
            </a:extLst>
          </p:cNvPr>
          <p:cNvSpPr>
            <a:spLocks noGrp="1"/>
          </p:cNvSpPr>
          <p:nvPr>
            <p:ph type="sldNum" sz="quarter" idx="12"/>
          </p:nvPr>
        </p:nvSpPr>
        <p:spPr/>
        <p:txBody>
          <a:bodyPr/>
          <a:lstStyle/>
          <a:p>
            <a:fld id="{C263D6C4-4840-40CC-AC84-17E24B3B7BDE}" type="slidenum">
              <a:rPr lang="en-US" smtClean="0"/>
              <a:pPr/>
              <a:t>5</a:t>
            </a:fld>
            <a:endParaRPr lang="en-US" dirty="0"/>
          </a:p>
        </p:txBody>
      </p:sp>
      <p:sp>
        <p:nvSpPr>
          <p:cNvPr id="7" name="Text Placeholder 6">
            <a:extLst>
              <a:ext uri="{FF2B5EF4-FFF2-40B4-BE49-F238E27FC236}">
                <a16:creationId xmlns:a16="http://schemas.microsoft.com/office/drawing/2014/main" id="{B74126B4-1E6C-4FFF-9282-40E18A85A07F}"/>
              </a:ext>
            </a:extLst>
          </p:cNvPr>
          <p:cNvSpPr>
            <a:spLocks noGrp="1"/>
          </p:cNvSpPr>
          <p:nvPr>
            <p:ph type="body" sz="quarter" idx="1"/>
          </p:nvPr>
        </p:nvSpPr>
        <p:spPr>
          <a:xfrm>
            <a:off x="444500" y="1681163"/>
            <a:ext cx="9664142" cy="823912"/>
          </a:xfrm>
        </p:spPr>
        <p:txBody>
          <a:bodyPr>
            <a:noAutofit/>
          </a:bodyPr>
          <a:lstStyle/>
          <a:p>
            <a:pPr marL="342900" lvl="0" indent="-342900" algn="l">
              <a:buFont typeface="Arial" panose="020B0604020202020204" pitchFamily="34" charset="0"/>
              <a:buChar char="•"/>
            </a:pPr>
            <a:r>
              <a:rPr lang="en-IN" sz="2400" b="0" dirty="0"/>
              <a:t>Frontend: React.js, HTML, CSS, JavaScript</a:t>
            </a:r>
          </a:p>
          <a:p>
            <a:pPr marL="342900" lvl="0" indent="-342900" algn="l">
              <a:buFont typeface="Arial" panose="020B0604020202020204" pitchFamily="34" charset="0"/>
              <a:buChar char="•"/>
            </a:pPr>
            <a:r>
              <a:rPr lang="en-IN" sz="2400" b="0" dirty="0"/>
              <a:t>Backend: Node.js, Express.js</a:t>
            </a:r>
          </a:p>
          <a:p>
            <a:pPr marL="342900" lvl="0" indent="-342900" algn="l">
              <a:buFont typeface="Arial" panose="020B0604020202020204" pitchFamily="34" charset="0"/>
              <a:buChar char="•"/>
            </a:pPr>
            <a:r>
              <a:rPr lang="en-IN" sz="2400" b="0" dirty="0"/>
              <a:t>Database: MongoDB</a:t>
            </a:r>
          </a:p>
          <a:p>
            <a:pPr marL="342900" lvl="0" indent="-342900" algn="l">
              <a:buFont typeface="Arial" panose="020B0604020202020204" pitchFamily="34" charset="0"/>
              <a:buChar char="•"/>
            </a:pPr>
            <a:r>
              <a:rPr lang="en-IN" sz="2400" b="0" dirty="0"/>
              <a:t>Authentication: JWT (JSON Web Token)</a:t>
            </a:r>
          </a:p>
          <a:p>
            <a:pPr marL="342900" lvl="0" indent="-342900" algn="l">
              <a:buFont typeface="Arial" panose="020B0604020202020204" pitchFamily="34" charset="0"/>
              <a:buChar char="•"/>
            </a:pPr>
            <a:r>
              <a:rPr lang="en-IN" sz="2400" b="0" dirty="0"/>
              <a:t>Payment Gateway: Razorpay / Stripe</a:t>
            </a:r>
          </a:p>
          <a:p>
            <a:pPr marL="342900" lvl="0" indent="-342900" algn="l">
              <a:buFont typeface="Arial" panose="020B0604020202020204" pitchFamily="34" charset="0"/>
              <a:buChar char="•"/>
            </a:pPr>
            <a:r>
              <a:rPr lang="en-IN" sz="2400" b="0" dirty="0"/>
              <a:t>Ticket Generation: QR Code</a:t>
            </a:r>
          </a:p>
          <a:p>
            <a:pPr marL="342900" lvl="0" indent="-342900" algn="l">
              <a:buFont typeface="Arial" panose="020B0604020202020204" pitchFamily="34" charset="0"/>
              <a:buChar char="•"/>
            </a:pPr>
            <a:r>
              <a:rPr lang="en-IN" sz="2400" b="0" dirty="0"/>
              <a:t>Development Tools: Visual Studio Code, Git, GitHub</a:t>
            </a:r>
          </a:p>
          <a:p>
            <a:pPr marL="342900" lvl="0" indent="-342900" algn="l">
              <a:buFont typeface="Arial" panose="020B0604020202020204" pitchFamily="34" charset="0"/>
              <a:buChar char="•"/>
            </a:pPr>
            <a:r>
              <a:rPr lang="en-IN" sz="2400" b="0" dirty="0"/>
              <a:t>API Testing: Postman</a:t>
            </a:r>
          </a:p>
        </p:txBody>
      </p:sp>
    </p:spTree>
    <p:extLst>
      <p:ext uri="{BB962C8B-B14F-4D97-AF65-F5344CB8AC3E}">
        <p14:creationId xmlns:p14="http://schemas.microsoft.com/office/powerpoint/2010/main" val="360727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A64A7-C7E3-4927-C564-B82632EABF82}"/>
              </a:ext>
            </a:extLst>
          </p:cNvPr>
          <p:cNvSpPr>
            <a:spLocks noGrp="1"/>
          </p:cNvSpPr>
          <p:nvPr>
            <p:ph type="title"/>
          </p:nvPr>
        </p:nvSpPr>
        <p:spPr/>
        <p:txBody>
          <a:bodyPr/>
          <a:lstStyle/>
          <a:p>
            <a:endParaRPr lang="en-IN"/>
          </a:p>
        </p:txBody>
      </p:sp>
      <p:sp>
        <p:nvSpPr>
          <p:cNvPr id="3" name="Slide Number Placeholder 2">
            <a:extLst>
              <a:ext uri="{FF2B5EF4-FFF2-40B4-BE49-F238E27FC236}">
                <a16:creationId xmlns:a16="http://schemas.microsoft.com/office/drawing/2014/main" id="{0DB5E6F6-4DF6-C325-9A4C-C7A710783F4A}"/>
              </a:ext>
            </a:extLst>
          </p:cNvPr>
          <p:cNvSpPr>
            <a:spLocks noGrp="1"/>
          </p:cNvSpPr>
          <p:nvPr>
            <p:ph type="sldNum" sz="quarter" idx="12"/>
          </p:nvPr>
        </p:nvSpPr>
        <p:spPr/>
        <p:txBody>
          <a:bodyPr/>
          <a:lstStyle/>
          <a:p>
            <a:fld id="{C263D6C4-4840-40CC-AC84-17E24B3B7BDE}" type="slidenum">
              <a:rPr lang="en-US" noProof="0" smtClean="0"/>
              <a:pPr/>
              <a:t>6</a:t>
            </a:fld>
            <a:endParaRPr lang="en-US" noProof="0" dirty="0"/>
          </a:p>
        </p:txBody>
      </p:sp>
      <p:sp>
        <p:nvSpPr>
          <p:cNvPr id="4" name="Text Placeholder 3">
            <a:extLst>
              <a:ext uri="{FF2B5EF4-FFF2-40B4-BE49-F238E27FC236}">
                <a16:creationId xmlns:a16="http://schemas.microsoft.com/office/drawing/2014/main" id="{43EB73BD-857F-CAD3-14A6-39C2F270E7A3}"/>
              </a:ext>
            </a:extLst>
          </p:cNvPr>
          <p:cNvSpPr>
            <a:spLocks noGrp="1"/>
          </p:cNvSpPr>
          <p:nvPr>
            <p:ph type="body" idx="1"/>
          </p:nvPr>
        </p:nvSpPr>
        <p:spPr/>
        <p:txBody>
          <a:bodyPr/>
          <a:lstStyle/>
          <a:p>
            <a:endParaRPr lang="en-IN"/>
          </a:p>
        </p:txBody>
      </p:sp>
      <p:sp>
        <p:nvSpPr>
          <p:cNvPr id="5" name="Text Placeholder 4">
            <a:extLst>
              <a:ext uri="{FF2B5EF4-FFF2-40B4-BE49-F238E27FC236}">
                <a16:creationId xmlns:a16="http://schemas.microsoft.com/office/drawing/2014/main" id="{D2D287F9-81DB-6AE0-D456-3942D2DA7092}"/>
              </a:ext>
            </a:extLst>
          </p:cNvPr>
          <p:cNvSpPr>
            <a:spLocks noGrp="1"/>
          </p:cNvSpPr>
          <p:nvPr>
            <p:ph type="body" sz="quarter" idx="3"/>
          </p:nvPr>
        </p:nvSpPr>
        <p:spPr/>
        <p:txBody>
          <a:bodyPr/>
          <a:lstStyle/>
          <a:p>
            <a:endParaRPr lang="en-IN"/>
          </a:p>
        </p:txBody>
      </p:sp>
      <p:pic>
        <p:nvPicPr>
          <p:cNvPr id="9" name="Content Placeholder 8">
            <a:extLst>
              <a:ext uri="{FF2B5EF4-FFF2-40B4-BE49-F238E27FC236}">
                <a16:creationId xmlns:a16="http://schemas.microsoft.com/office/drawing/2014/main" id="{E2328D93-9C05-629F-9777-3D2D18ABA277}"/>
              </a:ext>
            </a:extLst>
          </p:cNvPr>
          <p:cNvPicPr>
            <a:picLocks noGrp="1" noChangeAspect="1"/>
          </p:cNvPicPr>
          <p:nvPr>
            <p:ph sz="half" idx="2"/>
          </p:nvPr>
        </p:nvPicPr>
        <p:blipFill>
          <a:blip r:embed="rId2"/>
          <a:stretch>
            <a:fillRect/>
          </a:stretch>
        </p:blipFill>
        <p:spPr>
          <a:xfrm>
            <a:off x="0" y="0"/>
            <a:ext cx="12191999" cy="6857999"/>
          </a:xfrm>
          <a:prstGeom prst="rect">
            <a:avLst/>
          </a:prstGeom>
        </p:spPr>
      </p:pic>
      <p:sp>
        <p:nvSpPr>
          <p:cNvPr id="7" name="Content Placeholder 6">
            <a:extLst>
              <a:ext uri="{FF2B5EF4-FFF2-40B4-BE49-F238E27FC236}">
                <a16:creationId xmlns:a16="http://schemas.microsoft.com/office/drawing/2014/main" id="{C632A641-CC80-5D32-EF38-9772D2F70478}"/>
              </a:ext>
            </a:extLst>
          </p:cNvPr>
          <p:cNvSpPr>
            <a:spLocks noGrp="1"/>
          </p:cNvSpPr>
          <p:nvPr>
            <p:ph sz="quarter" idx="4"/>
          </p:nvPr>
        </p:nvSpPr>
        <p:spPr/>
        <p:txBody>
          <a:bodyPr/>
          <a:lstStyle/>
          <a:p>
            <a:endParaRPr lang="en-IN"/>
          </a:p>
        </p:txBody>
      </p:sp>
    </p:spTree>
    <p:extLst>
      <p:ext uri="{BB962C8B-B14F-4D97-AF65-F5344CB8AC3E}">
        <p14:creationId xmlns:p14="http://schemas.microsoft.com/office/powerpoint/2010/main" val="26552356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4CD37D6-FE32-48E3-A3AD-F07BE6A19FA1}"/>
              </a:ext>
            </a:extLst>
          </p:cNvPr>
          <p:cNvSpPr>
            <a:spLocks noGrp="1"/>
          </p:cNvSpPr>
          <p:nvPr>
            <p:ph type="title"/>
          </p:nvPr>
        </p:nvSpPr>
        <p:spPr>
          <a:xfrm>
            <a:off x="530329" y="1924260"/>
            <a:ext cx="10811190" cy="2859313"/>
          </a:xfrm>
        </p:spPr>
        <p:txBody>
          <a:bodyPr>
            <a:noAutofit/>
          </a:bodyPr>
          <a:lstStyle/>
          <a:p>
            <a:pPr>
              <a:lnSpc>
                <a:spcPct val="150000"/>
              </a:lnSpc>
            </a:pPr>
            <a:r>
              <a:rPr lang="en-IN" sz="2400" dirty="0">
                <a:latin typeface="+mn-lt"/>
              </a:rPr>
              <a:t>The Event Management &amp; Ticketing Platform provides an efficient and user-friendly solution for modern event organization and ticket booking. By digitizing event creation, ticket booking, payments, e-ticket generation, and attendee management, the system reduces manual work and errors. The use of React.js, Node.js, Express.js, MongoDB, JWT, and online payment gateways helps create a secure, scalable, and reliable platform. Overall, the proposed system improves the experience of both event organizers and users while making event management more organized and efficient.</a:t>
            </a:r>
            <a:endParaRPr lang="en-US" sz="2400" dirty="0">
              <a:latin typeface="+mn-lt"/>
            </a:endParaRPr>
          </a:p>
        </p:txBody>
      </p:sp>
      <p:sp>
        <p:nvSpPr>
          <p:cNvPr id="2" name="Slide Number Placeholder 1">
            <a:extLst>
              <a:ext uri="{FF2B5EF4-FFF2-40B4-BE49-F238E27FC236}">
                <a16:creationId xmlns:a16="http://schemas.microsoft.com/office/drawing/2014/main" id="{8EDC7217-2779-44E0-9E6D-3B3879516A1D}"/>
              </a:ext>
            </a:extLst>
          </p:cNvPr>
          <p:cNvSpPr>
            <a:spLocks noGrp="1"/>
          </p:cNvSpPr>
          <p:nvPr>
            <p:ph type="sldNum" sz="quarter" idx="12"/>
          </p:nvPr>
        </p:nvSpPr>
        <p:spPr/>
        <p:txBody>
          <a:bodyPr/>
          <a:lstStyle/>
          <a:p>
            <a:fld id="{C263D6C4-4840-40CC-AC84-17E24B3B7BDE}" type="slidenum">
              <a:rPr lang="en-US" smtClean="0"/>
              <a:pPr/>
              <a:t>7</a:t>
            </a:fld>
            <a:endParaRPr lang="en-US" dirty="0"/>
          </a:p>
        </p:txBody>
      </p:sp>
      <p:sp>
        <p:nvSpPr>
          <p:cNvPr id="3" name="TextBox 2">
            <a:extLst>
              <a:ext uri="{FF2B5EF4-FFF2-40B4-BE49-F238E27FC236}">
                <a16:creationId xmlns:a16="http://schemas.microsoft.com/office/drawing/2014/main" id="{AAFA78F6-DB29-7783-1A77-B896E03D961F}"/>
              </a:ext>
            </a:extLst>
          </p:cNvPr>
          <p:cNvSpPr txBox="1"/>
          <p:nvPr/>
        </p:nvSpPr>
        <p:spPr>
          <a:xfrm>
            <a:off x="944545" y="964642"/>
            <a:ext cx="3563796" cy="769441"/>
          </a:xfrm>
          <a:prstGeom prst="rect">
            <a:avLst/>
          </a:prstGeom>
          <a:noFill/>
        </p:spPr>
        <p:txBody>
          <a:bodyPr wrap="none" rtlCol="0">
            <a:spAutoFit/>
          </a:bodyPr>
          <a:lstStyle/>
          <a:p>
            <a:r>
              <a:rPr lang="en-IN" sz="4400" b="1" dirty="0">
                <a:solidFill>
                  <a:schemeClr val="bg1"/>
                </a:solidFill>
                <a:latin typeface="Trebuchet MS (Headings)"/>
              </a:rPr>
              <a:t>CONCLUSION</a:t>
            </a:r>
          </a:p>
        </p:txBody>
      </p:sp>
    </p:spTree>
    <p:extLst>
      <p:ext uri="{BB962C8B-B14F-4D97-AF65-F5344CB8AC3E}">
        <p14:creationId xmlns:p14="http://schemas.microsoft.com/office/powerpoint/2010/main" val="914134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p:txBody>
          <a:bodyPr/>
          <a:lstStyle/>
          <a:p>
            <a:r>
              <a:rPr lang="en-US" dirty="0"/>
              <a:t>Thank You</a:t>
            </a:r>
            <a:endParaRPr lang="en-GB" dirty="0"/>
          </a:p>
        </p:txBody>
      </p:sp>
    </p:spTree>
    <p:extLst>
      <p:ext uri="{BB962C8B-B14F-4D97-AF65-F5344CB8AC3E}">
        <p14:creationId xmlns:p14="http://schemas.microsoft.com/office/powerpoint/2010/main" val="44069682"/>
      </p:ext>
    </p:extLst>
  </p:cSld>
  <p:clrMapOvr>
    <a:masterClrMapping/>
  </p:clrMapOvr>
  <p:transition spd="slow">
    <p:wipe/>
  </p:transition>
</p:sld>
</file>

<file path=ppt/theme/theme1.xml><?xml version="1.0" encoding="utf-8"?>
<a:theme xmlns:a="http://schemas.openxmlformats.org/drawingml/2006/main" name="Office Theme">
  <a:themeElements>
    <a:clrScheme name="Custom 12">
      <a:dk1>
        <a:srgbClr val="000000"/>
      </a:dk1>
      <a:lt1>
        <a:srgbClr val="FFFFFF"/>
      </a:lt1>
      <a:dk2>
        <a:srgbClr val="6D6E71"/>
      </a:dk2>
      <a:lt2>
        <a:srgbClr val="58595B"/>
      </a:lt2>
      <a:accent1>
        <a:srgbClr val="0065A4"/>
      </a:accent1>
      <a:accent2>
        <a:srgbClr val="47C3D3"/>
      </a:accent2>
      <a:accent3>
        <a:srgbClr val="8F2D63"/>
      </a:accent3>
      <a:accent4>
        <a:srgbClr val="1A6871"/>
      </a:accent4>
      <a:accent5>
        <a:srgbClr val="0C4360"/>
      </a:accent5>
      <a:accent6>
        <a:srgbClr val="F47735"/>
      </a:accent6>
      <a:hlink>
        <a:srgbClr val="00559A"/>
      </a:hlink>
      <a:folHlink>
        <a:srgbClr val="595851"/>
      </a:folHlink>
    </a:clrScheme>
    <a:fontScheme name="Custom 3">
      <a:majorFont>
        <a:latin typeface="Trebuchet MS"/>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66687569_Modern blue presentation_AAS_v5" id="{C7B59113-CD15-4341-96CA-86E715D5BE98}" vid="{5A8FDAEB-3DF3-4B3C-A708-49813F8D6F8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5757914-1161-4661-9696-421FD6935CDD}">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4C103400-4A22-4E35-B588-4C4D4263895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B26E0C9-B2AA-42E6-97B6-E1B7D9EAF12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Modern blue presentation</Template>
  <TotalTime>186</TotalTime>
  <Words>548</Words>
  <Application>Microsoft Office PowerPoint</Application>
  <PresentationFormat>Widescreen</PresentationFormat>
  <Paragraphs>48</Paragraphs>
  <Slides>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Arial</vt:lpstr>
      <vt:lpstr>Arial Body</vt:lpstr>
      <vt:lpstr>Calibri</vt:lpstr>
      <vt:lpstr>Trade Gothic LT Pro</vt:lpstr>
      <vt:lpstr>Trebuchet MS</vt:lpstr>
      <vt:lpstr>Trebuchet MS (Headings)</vt:lpstr>
      <vt:lpstr>Office Theme</vt:lpstr>
      <vt:lpstr>EVENT MANAGEMENT AND TICKETING PLATFORM</vt:lpstr>
      <vt:lpstr>ABSTRACT</vt:lpstr>
      <vt:lpstr>PROBLEM STATEMENT</vt:lpstr>
      <vt:lpstr>EXISTING SYSTEM</vt:lpstr>
      <vt:lpstr>SOFTWARE TOOLS</vt:lpstr>
      <vt:lpstr>PowerPoint Presentation</vt:lpstr>
      <vt:lpstr>The Event Management &amp; Ticketing Platform provides an efficient and user-friendly solution for modern event organization and ticket booking. By digitizing event creation, ticket booking, payments, e-ticket generation, and attendee management, the system reduces manual work and errors. The use of React.js, Node.js, Express.js, MongoDB, JWT, and online payment gateways helps create a secure, scalable, and reliable platform. Overall, the proposed system improves the experience of both event organizers and users while making event management more organized and efficient.</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rama devi</dc:creator>
  <cp:lastModifiedBy>siris4208@outlook.com</cp:lastModifiedBy>
  <cp:revision>2</cp:revision>
  <dcterms:created xsi:type="dcterms:W3CDTF">2026-08-20T14:52:51Z</dcterms:created>
  <dcterms:modified xsi:type="dcterms:W3CDTF">2026-08-28T07:00:29Z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